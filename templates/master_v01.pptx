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923B"/>
    <a:srgbClr val="001518"/>
    <a:srgbClr val="001319"/>
    <a:srgbClr val="F2F0EE"/>
    <a:srgbClr val="F2E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21.08.2026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01178A16-C017-43C7-0226-B3FE95188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TXT_TITLE_SUBLINE">
            <a:extLst>
              <a:ext uri="{FF2B5EF4-FFF2-40B4-BE49-F238E27FC236}">
                <a16:creationId xmlns:a16="http://schemas.microsoft.com/office/drawing/2014/main" id="{7CBEAD49-3555-2448-55AD-2C4E136FDD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2400" y="1540800"/>
            <a:ext cx="7560000" cy="252000"/>
          </a:xfrm>
        </p:spPr>
        <p:txBody>
          <a:bodyPr/>
          <a:lstStyle>
            <a:lvl1pPr>
              <a:buNone/>
              <a:defRPr sz="1500" baseline="0">
                <a:solidFill>
                  <a:srgbClr val="F2F0EE"/>
                </a:solidFill>
                <a:latin typeface="MyriadPro-Regular" panose="020B0503030403020204" pitchFamily="34" charset="0"/>
              </a:defRPr>
            </a:lvl1pPr>
            <a:lvl2pPr>
              <a:buNone/>
              <a:defRPr sz="1500" baseline="0">
                <a:latin typeface="MyriadPro-Regular" panose="020B0503030403020204" pitchFamily="34" charset="0"/>
              </a:defRPr>
            </a:lvl2pPr>
            <a:lvl3pPr>
              <a:buNone/>
              <a:defRPr sz="1500" baseline="0">
                <a:latin typeface="MyriadPro-Regular" panose="020B0503030403020204" pitchFamily="34" charset="0"/>
              </a:defRPr>
            </a:lvl3pPr>
            <a:lvl4pPr>
              <a:buNone/>
              <a:defRPr sz="1500" baseline="0">
                <a:latin typeface="MyriadPro-Regular" panose="020B0503030403020204" pitchFamily="34" charset="0"/>
              </a:defRPr>
            </a:lvl4pPr>
            <a:lvl5pPr>
              <a:buNone/>
              <a:defRPr sz="1500" baseline="0">
                <a:latin typeface="MyriadPro-Regular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1" name="TXT_THEME_WORLD_NAME">
            <a:extLst>
              <a:ext uri="{FF2B5EF4-FFF2-40B4-BE49-F238E27FC236}">
                <a16:creationId xmlns:a16="http://schemas.microsoft.com/office/drawing/2014/main" id="{BC0AA96D-D61E-AE7A-639C-7A8CD8C989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2400" y="1969200"/>
            <a:ext cx="2988000" cy="288000"/>
          </a:xfrm>
        </p:spPr>
        <p:txBody>
          <a:bodyPr/>
          <a:lstStyle>
            <a:lvl1pPr>
              <a:buNone/>
              <a:defRPr sz="1645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49767B-AF55-A9AE-A696-806A5AAB25E1}"/>
              </a:ext>
            </a:extLst>
          </p:cNvPr>
          <p:cNvSpPr txBox="1"/>
          <p:nvPr userDrawn="1"/>
        </p:nvSpPr>
        <p:spPr>
          <a:xfrm>
            <a:off x="575999" y="334799"/>
            <a:ext cx="7423200" cy="110555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292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3292" baseline="0" dirty="0">
              <a:solidFill>
                <a:srgbClr val="F2F0EE"/>
              </a:solidFill>
            </a:endParaRPr>
          </a:p>
          <a:p>
            <a:r>
              <a:rPr lang="de-DE" sz="3292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Geschichte.</a:t>
            </a:r>
            <a:endParaRPr lang="ru-UA" sz="3292" baseline="0" dirty="0">
              <a:solidFill>
                <a:srgbClr val="F2F0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22799" y="-1"/>
            <a:ext cx="10080000" cy="6516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TXT_THEME_WORLD_NAME">
            <a:extLst>
              <a:ext uri="{FF2B5EF4-FFF2-40B4-BE49-F238E27FC236}">
                <a16:creationId xmlns:a16="http://schemas.microsoft.com/office/drawing/2014/main" id="{7EFDC365-41D4-8AA1-5488-6A6E5692D7C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748000" y="5363999"/>
            <a:ext cx="2854800" cy="234000"/>
          </a:xfrm>
        </p:spPr>
        <p:txBody>
          <a:bodyPr/>
          <a:lstStyle>
            <a:lvl1pPr>
              <a:buNone/>
              <a:defRPr sz="1508" baseline="0">
                <a:solidFill>
                  <a:srgbClr val="FCB657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200" y="352800"/>
            <a:ext cx="47052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von Konzept bis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Betreuung vor Ort.</a:t>
            </a:r>
            <a:endParaRPr lang="ru-UA" sz="2920" b="1" baseline="0" dirty="0">
              <a:solidFill>
                <a:srgbClr val="231F20"/>
              </a:solidFill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507600" y="2077200"/>
            <a:ext cx="4341600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893600" y="2959200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882799" y="3826800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886400" y="4744799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sp>
        <p:nvSpPr>
          <p:cNvPr id="16" name="Прямокутник 15">
            <a:extLst>
              <a:ext uri="{FF2B5EF4-FFF2-40B4-BE49-F238E27FC236}">
                <a16:creationId xmlns:a16="http://schemas.microsoft.com/office/drawing/2014/main" id="{02577DB5-D977-DD35-0E9D-DE7A23FF8017}"/>
              </a:ext>
            </a:extLst>
          </p:cNvPr>
          <p:cNvSpPr/>
          <p:nvPr userDrawn="1"/>
        </p:nvSpPr>
        <p:spPr>
          <a:xfrm>
            <a:off x="385200" y="29340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Прямокутник 16">
            <a:extLst>
              <a:ext uri="{FF2B5EF4-FFF2-40B4-BE49-F238E27FC236}">
                <a16:creationId xmlns:a16="http://schemas.microsoft.com/office/drawing/2014/main" id="{254A1820-29A6-3B20-DC7D-26BC001E592E}"/>
              </a:ext>
            </a:extLst>
          </p:cNvPr>
          <p:cNvSpPr/>
          <p:nvPr userDrawn="1"/>
        </p:nvSpPr>
        <p:spPr>
          <a:xfrm>
            <a:off x="392400" y="3823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Прямокутник 17">
            <a:extLst>
              <a:ext uri="{FF2B5EF4-FFF2-40B4-BE49-F238E27FC236}">
                <a16:creationId xmlns:a16="http://schemas.microsoft.com/office/drawing/2014/main" id="{F69E97C9-A071-8680-38EF-43EBF2F9051D}"/>
              </a:ext>
            </a:extLst>
          </p:cNvPr>
          <p:cNvSpPr/>
          <p:nvPr userDrawn="1"/>
        </p:nvSpPr>
        <p:spPr>
          <a:xfrm>
            <a:off x="396000" y="4669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MG_INSTAGRAM_MOCKUP">
            <a:extLst>
              <a:ext uri="{FF2B5EF4-FFF2-40B4-BE49-F238E27FC236}">
                <a16:creationId xmlns:a16="http://schemas.microsoft.com/office/drawing/2014/main" id="{40954E10-C4C3-1647-DDBA-E8812157F0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73599" y="1602000"/>
            <a:ext cx="4820400" cy="361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496799" y="360000"/>
            <a:ext cx="491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Organische Reichweite die</a:t>
            </a:r>
            <a:endParaRPr lang="uk-UA" dirty="0"/>
          </a:p>
          <a:p>
            <a:r>
              <a:rPr lang="de-DE" dirty="0"/>
              <a:t>kein Werbebudget kaufen kann.</a:t>
            </a:r>
            <a:endParaRPr lang="ru-UA" dirty="0"/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836400" y="1133998"/>
            <a:ext cx="1389600" cy="170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dirty="0"/>
              <a:t>90%</a:t>
            </a:r>
            <a:endParaRPr lang="uk-UA" dirty="0"/>
          </a:p>
          <a:p>
            <a:r>
              <a:rPr lang="ru-UA" dirty="0"/>
              <a:t>70%</a:t>
            </a: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8866799" y="1393200"/>
            <a:ext cx="15660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8845200" y="2268000"/>
            <a:ext cx="2080800" cy="777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Instagram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7660800" y="3117600"/>
            <a:ext cx="1933200" cy="345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7660800" y="3686400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7660800" y="4248000"/>
            <a:ext cx="17856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7660799" y="5043600"/>
            <a:ext cx="3168000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9" name="Прямокутник 18">
            <a:extLst>
              <a:ext uri="{FF2B5EF4-FFF2-40B4-BE49-F238E27FC236}">
                <a16:creationId xmlns:a16="http://schemas.microsoft.com/office/drawing/2014/main" id="{14A34DD9-A31A-53B9-67F1-BE7D2951E149}"/>
              </a:ext>
            </a:extLst>
          </p:cNvPr>
          <p:cNvSpPr/>
          <p:nvPr userDrawn="1"/>
        </p:nvSpPr>
        <p:spPr>
          <a:xfrm>
            <a:off x="7023600" y="30888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0" name="Прямокутник 19">
            <a:extLst>
              <a:ext uri="{FF2B5EF4-FFF2-40B4-BE49-F238E27FC236}">
                <a16:creationId xmlns:a16="http://schemas.microsoft.com/office/drawing/2014/main" id="{AE6472B1-78B2-51E9-DF35-4441909DA0EA}"/>
              </a:ext>
            </a:extLst>
          </p:cNvPr>
          <p:cNvSpPr/>
          <p:nvPr userDrawn="1"/>
        </p:nvSpPr>
        <p:spPr>
          <a:xfrm>
            <a:off x="7023600" y="36396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1" name="Прямокутник 20">
            <a:extLst>
              <a:ext uri="{FF2B5EF4-FFF2-40B4-BE49-F238E27FC236}">
                <a16:creationId xmlns:a16="http://schemas.microsoft.com/office/drawing/2014/main" id="{5BDFD734-B7FA-80E7-4DFB-D2B80BF97973}"/>
              </a:ext>
            </a:extLst>
          </p:cNvPr>
          <p:cNvSpPr/>
          <p:nvPr userDrawn="1"/>
        </p:nvSpPr>
        <p:spPr>
          <a:xfrm>
            <a:off x="7023600" y="41904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OUTPUT_CARD_1">
            <a:extLst>
              <a:ext uri="{FF2B5EF4-FFF2-40B4-BE49-F238E27FC236}">
                <a16:creationId xmlns:a16="http://schemas.microsoft.com/office/drawing/2014/main" id="{9B6FB5E0-8DD2-693C-1690-EA0584CEFE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6800" y="2566800"/>
            <a:ext cx="5079600" cy="33012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OUTPUT_CARD_2">
            <a:extLst>
              <a:ext uri="{FF2B5EF4-FFF2-40B4-BE49-F238E27FC236}">
                <a16:creationId xmlns:a16="http://schemas.microsoft.com/office/drawing/2014/main" id="{350C5C53-C2FD-908F-9FE6-C5FE02F63F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2800" y="507600"/>
            <a:ext cx="4888800" cy="3175200"/>
          </a:xfr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48800" y="48996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3" name="TXT_THEME_WORLD_NAME_2">
            <a:extLst>
              <a:ext uri="{FF2B5EF4-FFF2-40B4-BE49-F238E27FC236}">
                <a16:creationId xmlns:a16="http://schemas.microsoft.com/office/drawing/2014/main" id="{2162FF77-707C-2AE2-7DB1-385D777184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4000" y="27144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 sz="1419" baseline="0">
                <a:solidFill>
                  <a:srgbClr val="F2F0EE"/>
                </a:solidFill>
              </a:defRPr>
            </a:lvl2pPr>
            <a:lvl3pPr>
              <a:buNone/>
              <a:defRPr sz="1419" baseline="0">
                <a:solidFill>
                  <a:srgbClr val="F2F0EE"/>
                </a:solidFill>
              </a:defRPr>
            </a:lvl3pPr>
            <a:lvl4pPr>
              <a:buNone/>
              <a:defRPr sz="1419" baseline="0">
                <a:solidFill>
                  <a:srgbClr val="F2F0EE"/>
                </a:solidFill>
              </a:defRPr>
            </a:lvl4pPr>
            <a:lvl5pPr>
              <a:buNone/>
              <a:defRPr sz="1419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Клацніть,</a:t>
            </a:r>
          </a:p>
        </p:txBody>
      </p: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40860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Helvetica Neue" panose="02000806000000020004" pitchFamily="2"/>
              </a:rPr>
              <a:t>Für Ihre Besucher: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drei Schritte — ein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unvergesslicher Moment.</a:t>
            </a:r>
            <a:endParaRPr lang="ru-UA" sz="2920" b="1" baseline="0" dirty="0"/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836000" y="2408400"/>
            <a:ext cx="183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Maske wählen — </a:t>
            </a:r>
            <a:r>
              <a:rPr lang="de-DE" sz="1200" b="0" baseline="0" dirty="0">
                <a:latin typeface="Myriad Pro" panose="020B0503030403020204" pitchFamily="34" charset="0"/>
              </a:rPr>
              <a:t>aus den Erlebniswelten Ihres Markts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821600" y="3387600"/>
            <a:ext cx="138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latin typeface="Helvetica Neue" panose="02000806000000020004" pitchFamily="2"/>
              </a:rPr>
              <a:t>Hintergrund wählen — </a:t>
            </a:r>
            <a:r>
              <a:rPr lang="de-DE" sz="1200" baseline="0" dirty="0">
                <a:latin typeface="Myriad Pro" panose="020B0503030403020204" pitchFamily="34" charset="0"/>
              </a:rPr>
              <a:t>Ihre Stadt, Ihr Markt, Ihre Atmosphäre.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825200" y="4345200"/>
            <a:ext cx="181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Foto machen — </a:t>
            </a:r>
            <a:r>
              <a:rPr lang="de-DE" sz="1200" baseline="0" dirty="0">
                <a:latin typeface="Myriad Pro" panose="020B0503030403020204" pitchFamily="34" charset="0"/>
              </a:rPr>
              <a:t>fertig. Das Erlebnis-Souvenir ist sofort da.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2" name="Прямокутник 11">
            <a:extLst>
              <a:ext uri="{FF2B5EF4-FFF2-40B4-BE49-F238E27FC236}">
                <a16:creationId xmlns:a16="http://schemas.microsoft.com/office/drawing/2014/main" id="{F48199CB-2372-713B-6B3D-76F13578AA4E}"/>
              </a:ext>
            </a:extLst>
          </p:cNvPr>
          <p:cNvSpPr/>
          <p:nvPr userDrawn="1"/>
        </p:nvSpPr>
        <p:spPr>
          <a:xfrm>
            <a:off x="457200" y="2343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D264B-FF5D-AE43-CD8C-6E1C6E80AFD2}"/>
              </a:ext>
            </a:extLst>
          </p:cNvPr>
          <p:cNvSpPr txBox="1"/>
          <p:nvPr userDrawn="1"/>
        </p:nvSpPr>
        <p:spPr>
          <a:xfrm>
            <a:off x="694800" y="2376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15" name="Прямокутник 14">
            <a:extLst>
              <a:ext uri="{FF2B5EF4-FFF2-40B4-BE49-F238E27FC236}">
                <a16:creationId xmlns:a16="http://schemas.microsoft.com/office/drawing/2014/main" id="{B5862E1A-9520-3351-7451-5770FDF10193}"/>
              </a:ext>
            </a:extLst>
          </p:cNvPr>
          <p:cNvSpPr/>
          <p:nvPr userDrawn="1"/>
        </p:nvSpPr>
        <p:spPr>
          <a:xfrm>
            <a:off x="457200" y="33048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217F8C-0EAF-FD4B-7F38-5BC04CE8EC97}"/>
              </a:ext>
            </a:extLst>
          </p:cNvPr>
          <p:cNvSpPr txBox="1"/>
          <p:nvPr userDrawn="1"/>
        </p:nvSpPr>
        <p:spPr>
          <a:xfrm>
            <a:off x="694800" y="33372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2" name="Прямокутник 21">
            <a:extLst>
              <a:ext uri="{FF2B5EF4-FFF2-40B4-BE49-F238E27FC236}">
                <a16:creationId xmlns:a16="http://schemas.microsoft.com/office/drawing/2014/main" id="{FE1DED06-2234-4A45-17E3-9C49D31A475A}"/>
              </a:ext>
            </a:extLst>
          </p:cNvPr>
          <p:cNvSpPr/>
          <p:nvPr userDrawn="1"/>
        </p:nvSpPr>
        <p:spPr>
          <a:xfrm>
            <a:off x="457200" y="4269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917AF7-2A4B-4961-6395-578655DCF86B}"/>
              </a:ext>
            </a:extLst>
          </p:cNvPr>
          <p:cNvSpPr txBox="1"/>
          <p:nvPr userDrawn="1"/>
        </p:nvSpPr>
        <p:spPr>
          <a:xfrm>
            <a:off x="694800" y="4302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5" name="IMG_KIOSK_SCREENSHOT">
            <a:extLst>
              <a:ext uri="{FF2B5EF4-FFF2-40B4-BE49-F238E27FC236}">
                <a16:creationId xmlns:a16="http://schemas.microsoft.com/office/drawing/2014/main" id="{48D13FB7-D68F-0AE2-881E-71DF1235F5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999" y="381599"/>
            <a:ext cx="4276800" cy="2995200"/>
          </a:xfrm>
        </p:spPr>
        <p:txBody>
          <a:bodyPr/>
          <a:lstStyle/>
          <a:p>
            <a:endParaRPr lang="ru-UA"/>
          </a:p>
        </p:txBody>
      </p:sp>
      <p:sp>
        <p:nvSpPr>
          <p:cNvPr id="27" name="TXT_KIOSK_BACKGROUND_LABEL">
            <a:extLst>
              <a:ext uri="{FF2B5EF4-FFF2-40B4-BE49-F238E27FC236}">
                <a16:creationId xmlns:a16="http://schemas.microsoft.com/office/drawing/2014/main" id="{C5F5A637-B1D6-3A38-EAC2-4A1ED93C67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73999" y="3448800"/>
            <a:ext cx="4276800" cy="216000"/>
          </a:xfrm>
        </p:spPr>
        <p:txBody>
          <a:bodyPr/>
          <a:lstStyle>
            <a:lvl1pPr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29" name="IMG_USER_FLOW_CARD_1">
            <a:extLst>
              <a:ext uri="{FF2B5EF4-FFF2-40B4-BE49-F238E27FC236}">
                <a16:creationId xmlns:a16="http://schemas.microsoft.com/office/drawing/2014/main" id="{149BDCD2-EC38-44F1-F870-2672DAEA281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459199" y="3664800"/>
            <a:ext cx="1706400" cy="1137600"/>
          </a:xfrm>
        </p:spPr>
        <p:txBody>
          <a:bodyPr/>
          <a:lstStyle/>
          <a:p>
            <a:endParaRPr lang="ru-UA"/>
          </a:p>
        </p:txBody>
      </p:sp>
      <p:sp>
        <p:nvSpPr>
          <p:cNvPr id="31" name="IMG_USER_FLOW_CARD_2">
            <a:extLst>
              <a:ext uri="{FF2B5EF4-FFF2-40B4-BE49-F238E27FC236}">
                <a16:creationId xmlns:a16="http://schemas.microsoft.com/office/drawing/2014/main" id="{A78C7FD2-5B78-9E2A-053E-3EBC8155795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9199" y="4910400"/>
            <a:ext cx="1706400" cy="1137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A6FCE4D9-629C-457C-28F0-2B232369053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THEME_WORLD_PHOTO_2">
            <a:extLst>
              <a:ext uri="{FF2B5EF4-FFF2-40B4-BE49-F238E27FC236}">
                <a16:creationId xmlns:a16="http://schemas.microsoft.com/office/drawing/2014/main" id="{355E0EDF-FAA7-B038-2D55-A18F6454E7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480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51459395-9D7C-2DB4-0DB1-E623660D2896}"/>
              </a:ext>
            </a:extLst>
          </p:cNvPr>
          <p:cNvSpPr/>
          <p:nvPr userDrawn="1"/>
        </p:nvSpPr>
        <p:spPr>
          <a:xfrm>
            <a:off x="262799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4568C7C3-A128-9C36-204A-1CF987F42DD2}"/>
              </a:ext>
            </a:extLst>
          </p:cNvPr>
          <p:cNvSpPr/>
          <p:nvPr userDrawn="1"/>
        </p:nvSpPr>
        <p:spPr>
          <a:xfrm>
            <a:off x="6357600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199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6000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Користуваць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вал 5">
            <a:extLst>
              <a:ext uri="{FF2B5EF4-FFF2-40B4-BE49-F238E27FC236}">
                <a16:creationId xmlns:a16="http://schemas.microsoft.com/office/drawing/2014/main" id="{E74BA703-0345-E1A5-C438-4FD6358C09A0}"/>
              </a:ext>
            </a:extLst>
          </p:cNvPr>
          <p:cNvSpPr/>
          <p:nvPr userDrawn="1"/>
        </p:nvSpPr>
        <p:spPr>
          <a:xfrm>
            <a:off x="810000" y="2433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0DE5898A-E587-9513-0366-7F82312D19CF}"/>
              </a:ext>
            </a:extLst>
          </p:cNvPr>
          <p:cNvSpPr/>
          <p:nvPr userDrawn="1"/>
        </p:nvSpPr>
        <p:spPr>
          <a:xfrm>
            <a:off x="810000" y="37764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1F46F6E-A12D-3B1B-16F1-E4B304EFA6C5}"/>
              </a:ext>
            </a:extLst>
          </p:cNvPr>
          <p:cNvSpPr/>
          <p:nvPr userDrawn="1"/>
        </p:nvSpPr>
        <p:spPr>
          <a:xfrm>
            <a:off x="810000" y="5025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Прямокутник 8">
            <a:extLst>
              <a:ext uri="{FF2B5EF4-FFF2-40B4-BE49-F238E27FC236}">
                <a16:creationId xmlns:a16="http://schemas.microsoft.com/office/drawing/2014/main" id="{DC43FDCC-3711-7C9A-89D0-597FAB6EBD05}"/>
              </a:ext>
            </a:extLst>
          </p:cNvPr>
          <p:cNvSpPr/>
          <p:nvPr userDrawn="1"/>
        </p:nvSpPr>
        <p:spPr>
          <a:xfrm>
            <a:off x="1126800" y="6170400"/>
            <a:ext cx="6296400" cy="500400"/>
          </a:xfrm>
          <a:prstGeom prst="rect">
            <a:avLst/>
          </a:prstGeom>
          <a:solidFill>
            <a:srgbClr val="001518"/>
          </a:solidFill>
          <a:ln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2400" y="367200"/>
            <a:ext cx="4658400" cy="687600"/>
          </a:xfrm>
        </p:spPr>
        <p:txBody>
          <a:bodyPr/>
          <a:lstStyle>
            <a:lvl1pPr>
              <a:buNone/>
              <a:defRPr sz="2480" baseline="0">
                <a:solidFill>
                  <a:srgbClr val="231F20"/>
                </a:solidFill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3" name="TXT_MOTIF_SUBHEADLINE">
            <a:extLst>
              <a:ext uri="{FF2B5EF4-FFF2-40B4-BE49-F238E27FC236}">
                <a16:creationId xmlns:a16="http://schemas.microsoft.com/office/drawing/2014/main" id="{FC617ACC-84D0-4AF4-0FC6-7A6936FC25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1200" y="1335600"/>
            <a:ext cx="3715200" cy="345600"/>
          </a:xfrm>
        </p:spPr>
        <p:txBody>
          <a:bodyPr/>
          <a:lstStyle>
            <a:lvl1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  <a:endParaRPr lang="ru-UA" dirty="0"/>
          </a:p>
        </p:txBody>
      </p:sp>
      <p:sp>
        <p:nvSpPr>
          <p:cNvPr id="15" name="TXT_THEME_WORLD_NAM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199" y="1742400"/>
            <a:ext cx="5400000" cy="194400"/>
          </a:xfrm>
        </p:spPr>
        <p:txBody>
          <a:bodyPr/>
          <a:lstStyle>
            <a:lvl1pPr>
              <a:buNone/>
              <a:defRPr sz="143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7" name="TXT_MOTIF_COLUMN_HEADER_1">
            <a:extLst>
              <a:ext uri="{FF2B5EF4-FFF2-40B4-BE49-F238E27FC236}">
                <a16:creationId xmlns:a16="http://schemas.microsoft.com/office/drawing/2014/main" id="{F10BC6DA-36B3-B4E5-680F-6924CD22C7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52800" y="2059200"/>
            <a:ext cx="597600" cy="187200"/>
          </a:xfrm>
        </p:spPr>
        <p:txBody>
          <a:bodyPr/>
          <a:lstStyle>
            <a:lvl1pPr>
              <a:buNone/>
              <a:defRPr sz="117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</a:lstStyle>
          <a:p>
            <a:pPr lvl="0"/>
            <a:r>
              <a:rPr lang="en-US" dirty="0"/>
              <a:t>ff</a:t>
            </a:r>
            <a:endParaRPr lang="ru-UA" dirty="0"/>
          </a:p>
        </p:txBody>
      </p:sp>
      <p:sp>
        <p:nvSpPr>
          <p:cNvPr id="19" name="TXT_MOTIF_COLUMN_HEADER_23">
            <a:extLst>
              <a:ext uri="{FF2B5EF4-FFF2-40B4-BE49-F238E27FC236}">
                <a16:creationId xmlns:a16="http://schemas.microsoft.com/office/drawing/2014/main" id="{4B4B0961-A4F9-7785-EEB8-D9FEDA9D92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4399" y="2041200"/>
            <a:ext cx="2916000" cy="187200"/>
          </a:xfrm>
        </p:spPr>
        <p:txBody>
          <a:bodyPr/>
          <a:lstStyle>
            <a:lvl1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</a:t>
            </a:r>
            <a:endParaRPr lang="en-US" dirty="0"/>
          </a:p>
          <a:p>
            <a:pPr lvl="0"/>
            <a:endParaRPr lang="ru-UA" dirty="0"/>
          </a:p>
        </p:txBody>
      </p:sp>
      <p:sp>
        <p:nvSpPr>
          <p:cNvPr id="21" name="TXT_MOTIF_ROW_NUMBER_1">
            <a:extLst>
              <a:ext uri="{FF2B5EF4-FFF2-40B4-BE49-F238E27FC236}">
                <a16:creationId xmlns:a16="http://schemas.microsoft.com/office/drawing/2014/main" id="{A1AAAA45-CD44-4FEE-BF56-C8ECDA18D445}"/>
              </a:ext>
            </a:extLst>
          </p:cNvPr>
          <p:cNvSpPr txBox="1"/>
          <p:nvPr userDrawn="1"/>
        </p:nvSpPr>
        <p:spPr>
          <a:xfrm>
            <a:off x="925200" y="24552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2" name="TXT_MOTIF_ROW_NUMBER_2">
            <a:extLst>
              <a:ext uri="{FF2B5EF4-FFF2-40B4-BE49-F238E27FC236}">
                <a16:creationId xmlns:a16="http://schemas.microsoft.com/office/drawing/2014/main" id="{CB1E552E-C499-44F7-6EF2-74CE56EFBF32}"/>
              </a:ext>
            </a:extLst>
          </p:cNvPr>
          <p:cNvSpPr txBox="1"/>
          <p:nvPr userDrawn="1"/>
        </p:nvSpPr>
        <p:spPr>
          <a:xfrm>
            <a:off x="925200" y="37980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TXT_MOTIF_ROW_NUMBER_3">
            <a:extLst>
              <a:ext uri="{FF2B5EF4-FFF2-40B4-BE49-F238E27FC236}">
                <a16:creationId xmlns:a16="http://schemas.microsoft.com/office/drawing/2014/main" id="{93D3648D-95D3-798E-B955-D3E2F2774187}"/>
              </a:ext>
            </a:extLst>
          </p:cNvPr>
          <p:cNvSpPr txBox="1"/>
          <p:nvPr userDrawn="1"/>
        </p:nvSpPr>
        <p:spPr>
          <a:xfrm>
            <a:off x="925200" y="50472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TXT_MOTIF_3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8800" y="2948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8800" y="42660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1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8800" y="5522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9" name="TXT_MOTIF_STATS_CALLOUT">
            <a:extLst>
              <a:ext uri="{FF2B5EF4-FFF2-40B4-BE49-F238E27FC236}">
                <a16:creationId xmlns:a16="http://schemas.microsoft.com/office/drawing/2014/main" id="{D343B36D-4567-682F-EB69-A9904C680CC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350799" y="6249599"/>
            <a:ext cx="5036400" cy="370800"/>
          </a:xfrm>
        </p:spPr>
        <p:txBody>
          <a:bodyPr/>
          <a:lstStyle>
            <a:lvl1pPr>
              <a:buNone/>
              <a:defRPr sz="1180" baseline="0">
                <a:solidFill>
                  <a:srgbClr val="C5923B"/>
                </a:solidFill>
              </a:defRPr>
            </a:lvl1pPr>
            <a:lvl2pPr>
              <a:buNone/>
              <a:defRPr sz="1180" baseline="0">
                <a:solidFill>
                  <a:srgbClr val="C5923B"/>
                </a:solidFill>
              </a:defRPr>
            </a:lvl2pPr>
            <a:lvl3pPr>
              <a:buNone/>
              <a:defRPr sz="1180" baseline="0">
                <a:solidFill>
                  <a:srgbClr val="C5923B"/>
                </a:solidFill>
              </a:defRPr>
            </a:lvl3pPr>
            <a:lvl4pPr>
              <a:buNone/>
              <a:defRPr sz="1180" baseline="0">
                <a:solidFill>
                  <a:srgbClr val="C5923B"/>
                </a:solidFill>
              </a:defRPr>
            </a:lvl4pPr>
            <a:lvl5pPr>
              <a:buNone/>
              <a:defRPr sz="1180" baseline="0">
                <a:solidFill>
                  <a:srgbClr val="C5923B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57999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4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57999" y="35424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4579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ru-UA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21.08.2026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2E1F912-7A95-8CEA-E30F-19D1EDA7F8E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8789" y="6176963"/>
            <a:ext cx="2474422" cy="72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49" r:id="rId5"/>
    <p:sldLayoutId id="2147483664" r:id="rId6"/>
    <p:sldLayoutId id="214748366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9198F8-68E0-EF43-4C87-E91C41DCDCA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lang="ru-UA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D71E68FD-3B1C-DB9E-0E41-F7A5EDE5227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674170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osmocard">
      <a:majorFont>
        <a:latin typeface="Helvetica Neue"/>
        <a:ea typeface=""/>
        <a:cs typeface=""/>
      </a:majorFont>
      <a:minorFont>
        <a:latin typeface="Myriad Pro"/>
        <a:ea typeface=""/>
        <a:cs typeface="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0</Words>
  <Application>Microsoft Office PowerPoint</Application>
  <PresentationFormat>Широкий екран</PresentationFormat>
  <Paragraphs>0</Paragraphs>
  <Slides>1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</vt:i4>
      </vt:variant>
    </vt:vector>
  </HeadingPairs>
  <TitlesOfParts>
    <vt:vector size="8" baseType="lpstr">
      <vt:lpstr>Arial</vt:lpstr>
      <vt:lpstr>Calibri</vt:lpstr>
      <vt:lpstr>Core Serif N 75 Black</vt:lpstr>
      <vt:lpstr>Helvetica Neue</vt:lpstr>
      <vt:lpstr>Myriad Pro</vt:lpstr>
      <vt:lpstr>MyriadPro-Regular</vt:lpstr>
      <vt:lpstr>Тема Office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11</cp:revision>
  <dcterms:created xsi:type="dcterms:W3CDTF">2026-08-20T11:49:18Z</dcterms:created>
  <dcterms:modified xsi:type="dcterms:W3CDTF">2026-08-21T10:35:09Z</dcterms:modified>
</cp:coreProperties>
</file>