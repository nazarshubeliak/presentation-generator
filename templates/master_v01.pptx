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Sz cx="12192000" cy="6858000"/>
  <p:notesSz cx="6858000" cy="9144000"/>
  <p:defaultTextStyle>
    <a:defPPr>
      <a:defRPr lang="ru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923B"/>
    <a:srgbClr val="001518"/>
    <a:srgbClr val="001319"/>
    <a:srgbClr val="F2F0EE"/>
    <a:srgbClr val="F2EA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009A7-6B9F-4D93-88A2-45E8B8D87E2F}" type="datetimeFigureOut">
              <a:rPr lang="ru-UA" smtClean="0"/>
              <a:t>27.08.2026</a:t>
            </a:fld>
            <a:endParaRPr lang="ru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6CA4E-C226-45D9-9F42-524BAAA9C19D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83766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MG_THEME_WORLD_PHOTO">
            <a:extLst>
              <a:ext uri="{FF2B5EF4-FFF2-40B4-BE49-F238E27FC236}">
                <a16:creationId xmlns:a16="http://schemas.microsoft.com/office/drawing/2014/main" id="{01178A16-C017-43C7-0226-B3FE951885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ru-UA"/>
          </a:p>
        </p:txBody>
      </p:sp>
      <p:sp>
        <p:nvSpPr>
          <p:cNvPr id="13" name="Прямокутник 12">
            <a:extLst>
              <a:ext uri="{FF2B5EF4-FFF2-40B4-BE49-F238E27FC236}">
                <a16:creationId xmlns:a16="http://schemas.microsoft.com/office/drawing/2014/main" id="{E9323473-A445-EBAE-C06D-C9EE7FAC4C2B}"/>
              </a:ext>
            </a:extLst>
          </p:cNvPr>
          <p:cNvSpPr/>
          <p:nvPr userDrawn="1"/>
        </p:nvSpPr>
        <p:spPr>
          <a:xfrm>
            <a:off x="331199" y="298800"/>
            <a:ext cx="7707600" cy="1602000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TXT_TITLE_SUBLINE">
            <a:extLst>
              <a:ext uri="{FF2B5EF4-FFF2-40B4-BE49-F238E27FC236}">
                <a16:creationId xmlns:a16="http://schemas.microsoft.com/office/drawing/2014/main" id="{7CBEAD49-3555-2448-55AD-2C4E136FDD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2400" y="1540800"/>
            <a:ext cx="7560000" cy="252000"/>
          </a:xfrm>
        </p:spPr>
        <p:txBody>
          <a:bodyPr/>
          <a:lstStyle>
            <a:lvl1pPr>
              <a:buNone/>
              <a:defRPr sz="1500" baseline="0">
                <a:solidFill>
                  <a:srgbClr val="F2F0EE"/>
                </a:solidFill>
                <a:latin typeface="MyriadPro-Regular" panose="020B0503030403020204" pitchFamily="34" charset="0"/>
              </a:defRPr>
            </a:lvl1pPr>
            <a:lvl2pPr>
              <a:buNone/>
              <a:defRPr sz="1500" baseline="0">
                <a:latin typeface="MyriadPro-Regular" panose="020B0503030403020204" pitchFamily="34" charset="0"/>
              </a:defRPr>
            </a:lvl2pPr>
            <a:lvl3pPr>
              <a:buNone/>
              <a:defRPr sz="1500" baseline="0">
                <a:latin typeface="MyriadPro-Regular" panose="020B0503030403020204" pitchFamily="34" charset="0"/>
              </a:defRPr>
            </a:lvl3pPr>
            <a:lvl4pPr>
              <a:buNone/>
              <a:defRPr sz="1500" baseline="0">
                <a:latin typeface="MyriadPro-Regular" panose="020B0503030403020204" pitchFamily="34" charset="0"/>
              </a:defRPr>
            </a:lvl4pPr>
            <a:lvl5pPr>
              <a:buNone/>
              <a:defRPr sz="1500" baseline="0">
                <a:latin typeface="MyriadPro-Regular" panose="020B0503030403020204" pitchFamily="34" charset="0"/>
              </a:defRPr>
            </a:lvl5pPr>
          </a:lstStyle>
          <a:p>
            <a:pPr lvl="0"/>
            <a:r>
              <a:rPr lang="uk-UA" dirty="0"/>
              <a:t>Клацніть, щоб відредагувати стилі зразків тексту</a:t>
            </a:r>
          </a:p>
        </p:txBody>
      </p:sp>
      <p:sp>
        <p:nvSpPr>
          <p:cNvPr id="11" name="TXT_THEME_WORLD_NAME">
            <a:extLst>
              <a:ext uri="{FF2B5EF4-FFF2-40B4-BE49-F238E27FC236}">
                <a16:creationId xmlns:a16="http://schemas.microsoft.com/office/drawing/2014/main" id="{BC0AA96D-D61E-AE7A-639C-7A8CD8C989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2400" y="1969200"/>
            <a:ext cx="2988000" cy="288000"/>
          </a:xfrm>
        </p:spPr>
        <p:txBody>
          <a:bodyPr/>
          <a:lstStyle>
            <a:lvl1pPr>
              <a:buNone/>
              <a:defRPr sz="1645" baseline="0">
                <a:solidFill>
                  <a:srgbClr val="F2F0EE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uk-UA" dirty="0"/>
              <a:t>Клацніть, щоб відредагувати стилі зразків тексту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49767B-AF55-A9AE-A696-806A5AAB25E1}"/>
              </a:ext>
            </a:extLst>
          </p:cNvPr>
          <p:cNvSpPr txBox="1"/>
          <p:nvPr userDrawn="1"/>
        </p:nvSpPr>
        <p:spPr>
          <a:xfrm>
            <a:off x="575999" y="334799"/>
            <a:ext cx="7423200" cy="110555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de-DE" sz="3292" b="1" i="0" baseline="0" dirty="0">
                <a:solidFill>
                  <a:srgbClr val="F2F0EE"/>
                </a:solidFill>
                <a:latin typeface="Helvetica Neue" panose="02000806000000020004" pitchFamily="2"/>
              </a:rPr>
              <a:t>Wir machen Ihre Besucher</a:t>
            </a:r>
            <a:endParaRPr lang="uk-UA" sz="3292" b="1" i="0" baseline="0" dirty="0">
              <a:solidFill>
                <a:srgbClr val="F2F0EE"/>
              </a:solidFill>
              <a:latin typeface="Helvetica" panose="020B0604020202020204" pitchFamily="34" charset="0"/>
            </a:endParaRPr>
          </a:p>
          <a:p>
            <a:r>
              <a:rPr lang="de-DE" sz="3292" b="1" i="0" baseline="0" dirty="0">
                <a:solidFill>
                  <a:srgbClr val="F2F0EE"/>
                </a:solidFill>
                <a:latin typeface="Helvetica Neue" panose="02000806000000020004" pitchFamily="2"/>
              </a:rPr>
              <a:t>zu einem Teil Ihrer Geschichte.</a:t>
            </a:r>
            <a:endParaRPr lang="ru-UA" sz="3292" b="1" i="0" baseline="0" dirty="0">
              <a:solidFill>
                <a:srgbClr val="F2F0EE"/>
              </a:solidFill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254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2_SERV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MG_THEME_WORLD_PHOTO">
            <a:extLst>
              <a:ext uri="{FF2B5EF4-FFF2-40B4-BE49-F238E27FC236}">
                <a16:creationId xmlns:a16="http://schemas.microsoft.com/office/drawing/2014/main" id="{5D13BE0F-28BA-C7B7-F73A-660A03B579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422799" y="-1"/>
            <a:ext cx="10080000" cy="6516000"/>
          </a:xfrm>
        </p:spPr>
        <p:txBody>
          <a:bodyPr/>
          <a:lstStyle/>
          <a:p>
            <a:endParaRPr lang="ru-UA"/>
          </a:p>
        </p:txBody>
      </p:sp>
      <p:sp>
        <p:nvSpPr>
          <p:cNvPr id="9" name="TXT_THEME_WORLD_NAME">
            <a:extLst>
              <a:ext uri="{FF2B5EF4-FFF2-40B4-BE49-F238E27FC236}">
                <a16:creationId xmlns:a16="http://schemas.microsoft.com/office/drawing/2014/main" id="{7EFDC365-41D4-8AA1-5488-6A6E5692D7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48000" y="5363999"/>
            <a:ext cx="2854800" cy="234000"/>
          </a:xfrm>
        </p:spPr>
        <p:txBody>
          <a:bodyPr/>
          <a:lstStyle>
            <a:lvl1pPr>
              <a:buNone/>
              <a:defRPr sz="1508" baseline="0">
                <a:solidFill>
                  <a:srgbClr val="FCB657"/>
                </a:solidFill>
                <a:latin typeface="Myriad Pro" panose="020B0503030403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uk-UA" dirty="0"/>
              <a:t>Клацніть, щоб відредагувати стилі зразків тексту</a:t>
            </a:r>
          </a:p>
        </p:txBody>
      </p:sp>
      <p:sp>
        <p:nvSpPr>
          <p:cNvPr id="10" name="Headline">
            <a:extLst>
              <a:ext uri="{FF2B5EF4-FFF2-40B4-BE49-F238E27FC236}">
                <a16:creationId xmlns:a16="http://schemas.microsoft.com/office/drawing/2014/main" id="{2B9D6B00-9D9F-D95A-2651-0EB013E92262}"/>
              </a:ext>
            </a:extLst>
          </p:cNvPr>
          <p:cNvSpPr txBox="1"/>
          <p:nvPr userDrawn="1"/>
        </p:nvSpPr>
        <p:spPr>
          <a:xfrm>
            <a:off x="421200" y="352800"/>
            <a:ext cx="4705200" cy="1440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920" b="1" baseline="0" dirty="0">
                <a:solidFill>
                  <a:srgbClr val="231F20"/>
                </a:solidFill>
                <a:latin typeface="Helvetica Neue" panose="02000806000000020004" pitchFamily="2"/>
              </a:rPr>
              <a:t>Ihr Erlebnispartner —</a:t>
            </a:r>
            <a:endParaRPr lang="uk-UA" sz="2920" b="1" baseline="0" dirty="0">
              <a:solidFill>
                <a:srgbClr val="231F20"/>
              </a:solidFill>
            </a:endParaRPr>
          </a:p>
          <a:p>
            <a:r>
              <a:rPr lang="de-DE" sz="2920" b="1" baseline="0" dirty="0">
                <a:solidFill>
                  <a:srgbClr val="231F20"/>
                </a:solidFill>
                <a:latin typeface="Helvetica Neue" panose="02000806000000020004" pitchFamily="2"/>
              </a:rPr>
              <a:t>von Konzept bis</a:t>
            </a:r>
            <a:endParaRPr lang="uk-UA" sz="2920" b="1" baseline="0" dirty="0">
              <a:solidFill>
                <a:srgbClr val="231F20"/>
              </a:solidFill>
            </a:endParaRPr>
          </a:p>
          <a:p>
            <a:r>
              <a:rPr lang="de-DE" sz="2920" b="1" baseline="0" dirty="0">
                <a:solidFill>
                  <a:srgbClr val="231F20"/>
                </a:solidFill>
                <a:latin typeface="Helvetica Neue" panose="02000806000000020004" pitchFamily="2"/>
              </a:rPr>
              <a:t>Betreuung vor Ort.</a:t>
            </a:r>
            <a:endParaRPr lang="ru-UA" sz="2920" b="1" baseline="0" dirty="0">
              <a:solidFill>
                <a:srgbClr val="231F20"/>
              </a:solidFill>
            </a:endParaRPr>
          </a:p>
        </p:txBody>
      </p:sp>
      <p:sp>
        <p:nvSpPr>
          <p:cNvPr id="11" name="Body paragraph">
            <a:extLst>
              <a:ext uri="{FF2B5EF4-FFF2-40B4-BE49-F238E27FC236}">
                <a16:creationId xmlns:a16="http://schemas.microsoft.com/office/drawing/2014/main" id="{55B58AAC-CEF3-451B-C172-C635C31AA880}"/>
              </a:ext>
            </a:extLst>
          </p:cNvPr>
          <p:cNvSpPr txBox="1"/>
          <p:nvPr userDrawn="1"/>
        </p:nvSpPr>
        <p:spPr>
          <a:xfrm>
            <a:off x="507600" y="2077200"/>
            <a:ext cx="4341600" cy="640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87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Wir entwickeln individuelle KI- &amp; AR-Erlebniswelten für Weihnachtsmärkte — und schaffen dabei mehrere vernetzte Erlebnisstationen auf dem gesamten Markt.</a:t>
            </a:r>
            <a:endParaRPr lang="ru-UA" sz="1187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</p:txBody>
      </p:sp>
      <p:sp>
        <p:nvSpPr>
          <p:cNvPr id="12" name="Bullet 1">
            <a:extLst>
              <a:ext uri="{FF2B5EF4-FFF2-40B4-BE49-F238E27FC236}">
                <a16:creationId xmlns:a16="http://schemas.microsoft.com/office/drawing/2014/main" id="{CD5CE63C-9ADE-F2D8-AA1E-D070652CFCBB}"/>
              </a:ext>
            </a:extLst>
          </p:cNvPr>
          <p:cNvSpPr txBox="1"/>
          <p:nvPr userDrawn="1"/>
        </p:nvSpPr>
        <p:spPr>
          <a:xfrm>
            <a:off x="1893600" y="2959200"/>
            <a:ext cx="262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baseline="0" dirty="0">
                <a:solidFill>
                  <a:srgbClr val="231F20"/>
                </a:solidFill>
              </a:rPr>
              <a:t>Erlebniskonzept und 3D-Masken</a:t>
            </a:r>
            <a:r>
              <a:rPr lang="de-DE" sz="1200" baseline="0" dirty="0">
                <a:solidFill>
                  <a:srgbClr val="231F20"/>
                </a:solidFill>
              </a:rPr>
              <a:t> werden individuell für den jeweiligen Markt entwickelt.</a:t>
            </a:r>
            <a:endParaRPr lang="ru-UA" sz="1200" baseline="0" dirty="0">
              <a:solidFill>
                <a:srgbClr val="231F20"/>
              </a:solidFill>
            </a:endParaRPr>
          </a:p>
        </p:txBody>
      </p:sp>
      <p:sp>
        <p:nvSpPr>
          <p:cNvPr id="13" name="Bullet 2">
            <a:extLst>
              <a:ext uri="{FF2B5EF4-FFF2-40B4-BE49-F238E27FC236}">
                <a16:creationId xmlns:a16="http://schemas.microsoft.com/office/drawing/2014/main" id="{304802F7-D140-7F90-B698-DC7DB80DF2CD}"/>
              </a:ext>
            </a:extLst>
          </p:cNvPr>
          <p:cNvSpPr txBox="1"/>
          <p:nvPr userDrawn="1"/>
        </p:nvSpPr>
        <p:spPr>
          <a:xfrm>
            <a:off x="1882799" y="3826800"/>
            <a:ext cx="274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baseline="0" dirty="0">
                <a:solidFill>
                  <a:srgbClr val="231F20"/>
                </a:solidFill>
              </a:rPr>
              <a:t>Hüttendesign</a:t>
            </a:r>
            <a:r>
              <a:rPr lang="de-DE" sz="1200" baseline="0" dirty="0">
                <a:solidFill>
                  <a:srgbClr val="231F20"/>
                </a:solidFill>
              </a:rPr>
              <a:t>, Technik und Aufbau werden vollständig durch uns realisiert.</a:t>
            </a:r>
            <a:endParaRPr lang="ru-UA" sz="1200" baseline="0" dirty="0">
              <a:solidFill>
                <a:srgbClr val="231F20"/>
              </a:solidFill>
            </a:endParaRPr>
          </a:p>
        </p:txBody>
      </p:sp>
      <p:sp>
        <p:nvSpPr>
          <p:cNvPr id="15" name="Bullet 3">
            <a:extLst>
              <a:ext uri="{FF2B5EF4-FFF2-40B4-BE49-F238E27FC236}">
                <a16:creationId xmlns:a16="http://schemas.microsoft.com/office/drawing/2014/main" id="{11DE6DE9-EB4D-F440-9BC5-5A5C210BA305}"/>
              </a:ext>
            </a:extLst>
          </p:cNvPr>
          <p:cNvSpPr txBox="1"/>
          <p:nvPr userDrawn="1"/>
        </p:nvSpPr>
        <p:spPr>
          <a:xfrm>
            <a:off x="1886400" y="4744799"/>
            <a:ext cx="299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baseline="0" dirty="0">
                <a:solidFill>
                  <a:srgbClr val="231F20"/>
                </a:solidFill>
              </a:rPr>
              <a:t>Wir stellen eigenes Personal vor Ort -</a:t>
            </a:r>
            <a:r>
              <a:rPr lang="de-DE" sz="1200" b="0" baseline="0" dirty="0">
                <a:solidFill>
                  <a:srgbClr val="231F20"/>
                </a:solidFill>
              </a:rPr>
              <a:t> der Marktleiter kümmert sich um nichts.</a:t>
            </a:r>
            <a:endParaRPr lang="ru-UA" sz="1200" b="0" baseline="0" dirty="0">
              <a:solidFill>
                <a:srgbClr val="231F20"/>
              </a:solidFill>
            </a:endParaRPr>
          </a:p>
        </p:txBody>
      </p:sp>
      <p:sp>
        <p:nvSpPr>
          <p:cNvPr id="16" name="Прямокутник 15">
            <a:extLst>
              <a:ext uri="{FF2B5EF4-FFF2-40B4-BE49-F238E27FC236}">
                <a16:creationId xmlns:a16="http://schemas.microsoft.com/office/drawing/2014/main" id="{02577DB5-D977-DD35-0E9D-DE7A23FF8017}"/>
              </a:ext>
            </a:extLst>
          </p:cNvPr>
          <p:cNvSpPr/>
          <p:nvPr userDrawn="1"/>
        </p:nvSpPr>
        <p:spPr>
          <a:xfrm>
            <a:off x="385200" y="2934000"/>
            <a:ext cx="648000" cy="648000"/>
          </a:xfrm>
          <a:prstGeom prst="rect">
            <a:avLst/>
          </a:prstGeom>
          <a:solidFill>
            <a:srgbClr val="001319"/>
          </a:solidFill>
          <a:ln w="19050">
            <a:solidFill>
              <a:srgbClr val="C592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7" name="Прямокутник 16">
            <a:extLst>
              <a:ext uri="{FF2B5EF4-FFF2-40B4-BE49-F238E27FC236}">
                <a16:creationId xmlns:a16="http://schemas.microsoft.com/office/drawing/2014/main" id="{254A1820-29A6-3B20-DC7D-26BC001E592E}"/>
              </a:ext>
            </a:extLst>
          </p:cNvPr>
          <p:cNvSpPr/>
          <p:nvPr userDrawn="1"/>
        </p:nvSpPr>
        <p:spPr>
          <a:xfrm>
            <a:off x="392400" y="3823200"/>
            <a:ext cx="648000" cy="648000"/>
          </a:xfrm>
          <a:prstGeom prst="rect">
            <a:avLst/>
          </a:prstGeom>
          <a:solidFill>
            <a:srgbClr val="001319"/>
          </a:solidFill>
          <a:ln w="19050">
            <a:solidFill>
              <a:srgbClr val="C592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8" name="Прямокутник 17">
            <a:extLst>
              <a:ext uri="{FF2B5EF4-FFF2-40B4-BE49-F238E27FC236}">
                <a16:creationId xmlns:a16="http://schemas.microsoft.com/office/drawing/2014/main" id="{F69E97C9-A071-8680-38EF-43EBF2F9051D}"/>
              </a:ext>
            </a:extLst>
          </p:cNvPr>
          <p:cNvSpPr/>
          <p:nvPr userDrawn="1"/>
        </p:nvSpPr>
        <p:spPr>
          <a:xfrm>
            <a:off x="396000" y="4669200"/>
            <a:ext cx="648000" cy="648000"/>
          </a:xfrm>
          <a:prstGeom prst="rect">
            <a:avLst/>
          </a:prstGeom>
          <a:solidFill>
            <a:srgbClr val="001319"/>
          </a:solidFill>
          <a:ln w="19050">
            <a:solidFill>
              <a:srgbClr val="C592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214481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3_THEME_SHOWC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MG_THEME_WORLD_PHOTO_1">
            <a:extLst>
              <a:ext uri="{FF2B5EF4-FFF2-40B4-BE49-F238E27FC236}">
                <a16:creationId xmlns:a16="http://schemas.microsoft.com/office/drawing/2014/main" id="{A6FCE4D9-629C-457C-28F0-2B232369053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6094800" cy="6858000"/>
          </a:xfrm>
        </p:spPr>
        <p:txBody>
          <a:bodyPr/>
          <a:lstStyle/>
          <a:p>
            <a:endParaRPr lang="ru-UA"/>
          </a:p>
        </p:txBody>
      </p:sp>
      <p:sp>
        <p:nvSpPr>
          <p:cNvPr id="9" name="IMG_THEME_WORLD_PHOTO_2">
            <a:extLst>
              <a:ext uri="{FF2B5EF4-FFF2-40B4-BE49-F238E27FC236}">
                <a16:creationId xmlns:a16="http://schemas.microsoft.com/office/drawing/2014/main" id="{355E0EDF-FAA7-B038-2D55-A18F6454E7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4800" y="-1"/>
            <a:ext cx="6094800" cy="6858000"/>
          </a:xfrm>
        </p:spPr>
        <p:txBody>
          <a:bodyPr/>
          <a:lstStyle/>
          <a:p>
            <a:endParaRPr lang="ru-UA"/>
          </a:p>
        </p:txBody>
      </p:sp>
      <p:sp>
        <p:nvSpPr>
          <p:cNvPr id="13" name="Прямокутник 12">
            <a:extLst>
              <a:ext uri="{FF2B5EF4-FFF2-40B4-BE49-F238E27FC236}">
                <a16:creationId xmlns:a16="http://schemas.microsoft.com/office/drawing/2014/main" id="{51459395-9D7C-2DB4-0DB1-E623660D2896}"/>
              </a:ext>
            </a:extLst>
          </p:cNvPr>
          <p:cNvSpPr/>
          <p:nvPr userDrawn="1"/>
        </p:nvSpPr>
        <p:spPr>
          <a:xfrm>
            <a:off x="262799" y="273600"/>
            <a:ext cx="3934800" cy="676800"/>
          </a:xfrm>
          <a:prstGeom prst="rect">
            <a:avLst/>
          </a:prstGeom>
          <a:solidFill>
            <a:schemeClr val="bg1">
              <a:lumMod val="1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4" name="Прямокутник 13">
            <a:extLst>
              <a:ext uri="{FF2B5EF4-FFF2-40B4-BE49-F238E27FC236}">
                <a16:creationId xmlns:a16="http://schemas.microsoft.com/office/drawing/2014/main" id="{4568C7C3-A128-9C36-204A-1CF987F42DD2}"/>
              </a:ext>
            </a:extLst>
          </p:cNvPr>
          <p:cNvSpPr/>
          <p:nvPr userDrawn="1"/>
        </p:nvSpPr>
        <p:spPr>
          <a:xfrm>
            <a:off x="6357600" y="273600"/>
            <a:ext cx="3934800" cy="676800"/>
          </a:xfrm>
          <a:prstGeom prst="rect">
            <a:avLst/>
          </a:prstGeom>
          <a:solidFill>
            <a:schemeClr val="bg1">
              <a:lumMod val="1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1" name="TXT_THEME_WORLD_NAME_1">
            <a:extLst>
              <a:ext uri="{FF2B5EF4-FFF2-40B4-BE49-F238E27FC236}">
                <a16:creationId xmlns:a16="http://schemas.microsoft.com/office/drawing/2014/main" id="{2850ECA9-D7FE-0421-B08C-1502F74F81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1199" y="396000"/>
            <a:ext cx="3420000" cy="374400"/>
          </a:xfrm>
        </p:spPr>
        <p:txBody>
          <a:bodyPr/>
          <a:lstStyle>
            <a:lvl1pPr>
              <a:buNone/>
              <a:defRPr sz="2741" baseline="0">
                <a:solidFill>
                  <a:srgbClr val="F2F0EE"/>
                </a:solidFill>
              </a:defRPr>
            </a:lvl1pPr>
            <a:lvl2pPr>
              <a:buNone/>
              <a:defRPr sz="2741" baseline="0">
                <a:solidFill>
                  <a:srgbClr val="F2F0EE"/>
                </a:solidFill>
              </a:defRPr>
            </a:lvl2pPr>
            <a:lvl3pPr>
              <a:buNone/>
              <a:defRPr sz="2741" baseline="0">
                <a:solidFill>
                  <a:srgbClr val="F2F0EE"/>
                </a:solidFill>
              </a:defRPr>
            </a:lvl3pPr>
            <a:lvl4pPr>
              <a:buNone/>
              <a:defRPr sz="2741" baseline="0">
                <a:solidFill>
                  <a:srgbClr val="F2F0EE"/>
                </a:solidFill>
              </a:defRPr>
            </a:lvl4pPr>
            <a:lvl5pPr>
              <a:buNone/>
              <a:defRPr sz="2741" baseline="0">
                <a:solidFill>
                  <a:srgbClr val="F2F0EE"/>
                </a:solidFill>
              </a:defRPr>
            </a:lvl5pPr>
          </a:lstStyle>
          <a:p>
            <a:pPr lvl="0"/>
            <a:r>
              <a:rPr lang="uk-UA" dirty="0"/>
              <a:t>Клацніть</a:t>
            </a:r>
          </a:p>
        </p:txBody>
      </p:sp>
      <p:sp>
        <p:nvSpPr>
          <p:cNvPr id="12" name="TXT_THEME_WORLD_NAME_2">
            <a:extLst>
              <a:ext uri="{FF2B5EF4-FFF2-40B4-BE49-F238E27FC236}">
                <a16:creationId xmlns:a16="http://schemas.microsoft.com/office/drawing/2014/main" id="{C0934698-967E-BA7B-8398-8BED3B57BA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6000" y="396000"/>
            <a:ext cx="3420000" cy="374400"/>
          </a:xfrm>
        </p:spPr>
        <p:txBody>
          <a:bodyPr/>
          <a:lstStyle>
            <a:lvl1pPr>
              <a:buNone/>
              <a:defRPr sz="2741" baseline="0">
                <a:solidFill>
                  <a:srgbClr val="F2F0EE"/>
                </a:solidFill>
              </a:defRPr>
            </a:lvl1pPr>
            <a:lvl2pPr>
              <a:buNone/>
              <a:defRPr sz="2741" baseline="0">
                <a:solidFill>
                  <a:srgbClr val="F2F0EE"/>
                </a:solidFill>
              </a:defRPr>
            </a:lvl2pPr>
            <a:lvl3pPr>
              <a:buNone/>
              <a:defRPr sz="2741" baseline="0">
                <a:solidFill>
                  <a:srgbClr val="F2F0EE"/>
                </a:solidFill>
              </a:defRPr>
            </a:lvl3pPr>
            <a:lvl4pPr>
              <a:buNone/>
              <a:defRPr sz="2741" baseline="0">
                <a:solidFill>
                  <a:srgbClr val="F2F0EE"/>
                </a:solidFill>
              </a:defRPr>
            </a:lvl4pPr>
            <a:lvl5pPr>
              <a:buNone/>
              <a:defRPr sz="2741" baseline="0">
                <a:solidFill>
                  <a:srgbClr val="F2F0EE"/>
                </a:solidFill>
              </a:defRPr>
            </a:lvl5pPr>
          </a:lstStyle>
          <a:p>
            <a:pPr lvl="0"/>
            <a:r>
              <a:rPr lang="uk-UA" dirty="0"/>
              <a:t>Клацніть</a:t>
            </a:r>
          </a:p>
        </p:txBody>
      </p:sp>
    </p:spTree>
    <p:extLst>
      <p:ext uri="{BB962C8B-B14F-4D97-AF65-F5344CB8AC3E}">
        <p14:creationId xmlns:p14="http://schemas.microsoft.com/office/powerpoint/2010/main" val="3346131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4_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Jeder Markt bekommt seine eigene Welt.">
            <a:extLst>
              <a:ext uri="{FF2B5EF4-FFF2-40B4-BE49-F238E27FC236}">
                <a16:creationId xmlns:a16="http://schemas.microsoft.com/office/drawing/2014/main" id="{FD460311-F65C-7742-D0DE-7C137BBFFD60}"/>
              </a:ext>
            </a:extLst>
          </p:cNvPr>
          <p:cNvSpPr txBox="1"/>
          <p:nvPr userDrawn="1"/>
        </p:nvSpPr>
        <p:spPr>
          <a:xfrm>
            <a:off x="543599" y="349200"/>
            <a:ext cx="65916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900" baseline="0" dirty="0">
                <a:latin typeface="Helvetica Neue" panose="02000806000000020004" pitchFamily="2"/>
              </a:rPr>
              <a:t>Jeder Markt bekommt seine eigene Welt.</a:t>
            </a:r>
            <a:endParaRPr lang="ru-UA" sz="2900" baseline="0" dirty="0"/>
          </a:p>
        </p:txBody>
      </p:sp>
      <p:sp>
        <p:nvSpPr>
          <p:cNvPr id="7" name="Wir entwickeln Hüttendesign">
            <a:extLst>
              <a:ext uri="{FF2B5EF4-FFF2-40B4-BE49-F238E27FC236}">
                <a16:creationId xmlns:a16="http://schemas.microsoft.com/office/drawing/2014/main" id="{688ED1CE-4B6F-BB35-AD1A-A8D9DABBA3C8}"/>
              </a:ext>
            </a:extLst>
          </p:cNvPr>
          <p:cNvSpPr txBox="1"/>
          <p:nvPr userDrawn="1"/>
        </p:nvSpPr>
        <p:spPr>
          <a:xfrm>
            <a:off x="536400" y="997200"/>
            <a:ext cx="6386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aseline="0" dirty="0">
                <a:latin typeface="Myriad Pro" panose="020B0503030403020204" pitchFamily="34" charset="0"/>
              </a:rPr>
              <a:t>Wir </a:t>
            </a:r>
            <a:r>
              <a:rPr lang="en-US" sz="1200" baseline="0" dirty="0" err="1">
                <a:latin typeface="Myriad Pro" panose="020B0503030403020204" pitchFamily="34" charset="0"/>
              </a:rPr>
              <a:t>entwickeln</a:t>
            </a:r>
            <a:r>
              <a:rPr lang="en-US" sz="1200" baseline="0" dirty="0">
                <a:latin typeface="Myriad Pro" panose="020B0503030403020204" pitchFamily="34" charset="0"/>
              </a:rPr>
              <a:t> </a:t>
            </a:r>
            <a:r>
              <a:rPr lang="en-US" sz="1200" baseline="0" dirty="0" err="1">
                <a:latin typeface="Myriad Pro" panose="020B0503030403020204" pitchFamily="34" charset="0"/>
              </a:rPr>
              <a:t>Hüttendesign</a:t>
            </a:r>
            <a:endParaRPr lang="ru-UA" sz="1200" baseline="0" dirty="0">
              <a:latin typeface="Myriad Pro" panose="020B0503030403020204" pitchFamily="34" charset="0"/>
            </a:endParaRPr>
          </a:p>
        </p:txBody>
      </p:sp>
      <p:sp>
        <p:nvSpPr>
          <p:cNvPr id="8" name="Підпис 1">
            <a:extLst>
              <a:ext uri="{FF2B5EF4-FFF2-40B4-BE49-F238E27FC236}">
                <a16:creationId xmlns:a16="http://schemas.microsoft.com/office/drawing/2014/main" id="{87FD8A48-131A-726B-10EA-5A5EC20D87BC}"/>
              </a:ext>
            </a:extLst>
          </p:cNvPr>
          <p:cNvSpPr txBox="1"/>
          <p:nvPr userDrawn="1"/>
        </p:nvSpPr>
        <p:spPr>
          <a:xfrm>
            <a:off x="532800" y="3315600"/>
            <a:ext cx="243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+mj-lt"/>
              </a:rPr>
              <a:t>Historischer Markt —</a:t>
            </a:r>
            <a:r>
              <a:rPr lang="de-DE" sz="1000" b="0" i="0" baseline="0" dirty="0">
                <a:latin typeface="Myriad Pro" panose="020B0503030403020204" pitchFamily="34" charset="0"/>
              </a:rPr>
              <a:t> Mozart · Komponist · Hofmusiker.</a:t>
            </a:r>
            <a:endParaRPr lang="ru-UA" sz="1000" b="0" i="0" baseline="0" dirty="0">
              <a:latin typeface="Myriad Pro" panose="020B0503030403020204" pitchFamily="34" charset="0"/>
            </a:endParaRPr>
          </a:p>
        </p:txBody>
      </p:sp>
      <p:sp>
        <p:nvSpPr>
          <p:cNvPr id="9" name="Підпис 2">
            <a:extLst>
              <a:ext uri="{FF2B5EF4-FFF2-40B4-BE49-F238E27FC236}">
                <a16:creationId xmlns:a16="http://schemas.microsoft.com/office/drawing/2014/main" id="{93D3F522-7E33-6967-C337-16CF3B049ACF}"/>
              </a:ext>
            </a:extLst>
          </p:cNvPr>
          <p:cNvSpPr txBox="1"/>
          <p:nvPr userDrawn="1"/>
        </p:nvSpPr>
        <p:spPr>
          <a:xfrm>
            <a:off x="6343199" y="3315600"/>
            <a:ext cx="280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+mj-lt"/>
              </a:rPr>
              <a:t>Märchenmarkt — </a:t>
            </a:r>
            <a:r>
              <a:rPr lang="de-DE" sz="1000" b="0" i="0" baseline="0" dirty="0">
                <a:latin typeface="Myriad Pro" panose="020B0503030403020204" pitchFamily="34" charset="0"/>
              </a:rPr>
              <a:t>Das tapfere Schneiderlein · Prinzessin · König.</a:t>
            </a:r>
            <a:endParaRPr lang="ru-UA" sz="1000" b="0" i="0" baseline="0" dirty="0">
              <a:latin typeface="Myriad Pro" panose="020B0503030403020204" pitchFamily="34" charset="0"/>
            </a:endParaRPr>
          </a:p>
        </p:txBody>
      </p:sp>
      <p:sp>
        <p:nvSpPr>
          <p:cNvPr id="10" name="Підпис 3">
            <a:extLst>
              <a:ext uri="{FF2B5EF4-FFF2-40B4-BE49-F238E27FC236}">
                <a16:creationId xmlns:a16="http://schemas.microsoft.com/office/drawing/2014/main" id="{62193309-A7CE-EFAF-C82B-65950FCAF4D2}"/>
              </a:ext>
            </a:extLst>
          </p:cNvPr>
          <p:cNvSpPr txBox="1"/>
          <p:nvPr userDrawn="1"/>
        </p:nvSpPr>
        <p:spPr>
          <a:xfrm>
            <a:off x="539999" y="5666400"/>
            <a:ext cx="324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err="1">
                <a:latin typeface="+mj-lt"/>
              </a:rPr>
              <a:t>Barock</a:t>
            </a:r>
            <a:r>
              <a:rPr lang="en-US" sz="1000" b="1" dirty="0">
                <a:latin typeface="+mj-lt"/>
              </a:rPr>
              <a:t> &amp; Schloss — </a:t>
            </a:r>
            <a:r>
              <a:rPr lang="en-US" sz="1000" b="0" i="0" baseline="0" dirty="0">
                <a:latin typeface="Myriad Pro" panose="020B0503030403020204" pitchFamily="34" charset="0"/>
              </a:rPr>
              <a:t>Markgraf · </a:t>
            </a:r>
            <a:r>
              <a:rPr lang="en-US" sz="1000" b="0" i="0" baseline="0" dirty="0" err="1">
                <a:latin typeface="Myriad Pro" panose="020B0503030403020204" pitchFamily="34" charset="0"/>
              </a:rPr>
              <a:t>Hofdame</a:t>
            </a:r>
            <a:r>
              <a:rPr lang="en-US" sz="1000" b="0" i="0" baseline="0" dirty="0">
                <a:latin typeface="Myriad Pro" panose="020B0503030403020204" pitchFamily="34" charset="0"/>
              </a:rPr>
              <a:t> · </a:t>
            </a:r>
            <a:r>
              <a:rPr lang="en-US" sz="1000" b="0" i="0" baseline="0" dirty="0" err="1">
                <a:latin typeface="Myriad Pro" panose="020B0503030403020204" pitchFamily="34" charset="0"/>
              </a:rPr>
              <a:t>Venezianische</a:t>
            </a:r>
            <a:r>
              <a:rPr lang="en-US" sz="1000" b="0" i="0" baseline="0" dirty="0">
                <a:latin typeface="Myriad Pro" panose="020B0503030403020204" pitchFamily="34" charset="0"/>
              </a:rPr>
              <a:t> </a:t>
            </a:r>
            <a:r>
              <a:rPr lang="en-US" sz="1000" b="0" i="0" baseline="0" dirty="0" err="1">
                <a:latin typeface="Myriad Pro" panose="020B0503030403020204" pitchFamily="34" charset="0"/>
              </a:rPr>
              <a:t>Maskenfigur</a:t>
            </a:r>
            <a:r>
              <a:rPr lang="en-US" sz="1000" b="0" i="0" baseline="0" dirty="0">
                <a:latin typeface="Myriad Pro" panose="020B0503030403020204" pitchFamily="34" charset="0"/>
              </a:rPr>
              <a:t>.</a:t>
            </a:r>
            <a:endParaRPr lang="ru-UA" sz="1000" b="0" i="0" baseline="0" dirty="0">
              <a:latin typeface="Myriad Pro" panose="020B0503030403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7A00EF-52FD-40E2-8F31-4146A4517B38}"/>
              </a:ext>
            </a:extLst>
          </p:cNvPr>
          <p:cNvSpPr txBox="1"/>
          <p:nvPr userDrawn="1"/>
        </p:nvSpPr>
        <p:spPr>
          <a:xfrm>
            <a:off x="6335999" y="5666400"/>
            <a:ext cx="31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+mj-lt"/>
              </a:rPr>
              <a:t>Regionale Identität — </a:t>
            </a:r>
            <a:r>
              <a:rPr lang="de-DE" sz="1000" b="0" i="0" baseline="0" dirty="0">
                <a:latin typeface="Myriad Pro" panose="020B0503030403020204" pitchFamily="34" charset="0"/>
              </a:rPr>
              <a:t>Erzgebirgsmännchen · Bergmann · Winzermeister.</a:t>
            </a:r>
            <a:endParaRPr lang="ru-UA" sz="1000" b="0" i="0" baseline="0" dirty="0">
              <a:latin typeface="Myriad Pro" panose="020B0503030403020204" pitchFamily="34" charset="0"/>
            </a:endParaRPr>
          </a:p>
        </p:txBody>
      </p:sp>
      <p:sp>
        <p:nvSpPr>
          <p:cNvPr id="13" name="TXT_REFERENCES_FOOTER">
            <a:extLst>
              <a:ext uri="{FF2B5EF4-FFF2-40B4-BE49-F238E27FC236}">
                <a16:creationId xmlns:a16="http://schemas.microsoft.com/office/drawing/2014/main" id="{128A42E7-CBFD-DA81-785E-B72C20FEB2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8799" y="6289200"/>
            <a:ext cx="6393600" cy="331200"/>
          </a:xfrm>
        </p:spPr>
        <p:txBody>
          <a:bodyPr/>
          <a:lstStyle>
            <a:lvl1pPr>
              <a:buNone/>
              <a:defRPr sz="1000" baseline="0">
                <a:latin typeface="Myriad Pro" panose="020B0503030403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uk-UA" dirty="0"/>
              <a:t>Клацніть, щоб відредагувати стилі зразків тексту</a:t>
            </a:r>
          </a:p>
        </p:txBody>
      </p:sp>
    </p:spTree>
    <p:extLst>
      <p:ext uri="{BB962C8B-B14F-4D97-AF65-F5344CB8AC3E}">
        <p14:creationId xmlns:p14="http://schemas.microsoft.com/office/powerpoint/2010/main" val="516286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5_USER_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line">
            <a:extLst>
              <a:ext uri="{FF2B5EF4-FFF2-40B4-BE49-F238E27FC236}">
                <a16:creationId xmlns:a16="http://schemas.microsoft.com/office/drawing/2014/main" id="{D21688B1-C3B6-3A71-B769-0AAD520F755D}"/>
              </a:ext>
            </a:extLst>
          </p:cNvPr>
          <p:cNvSpPr txBox="1"/>
          <p:nvPr userDrawn="1"/>
        </p:nvSpPr>
        <p:spPr>
          <a:xfrm>
            <a:off x="478799" y="352800"/>
            <a:ext cx="4086000" cy="1440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920" b="1" baseline="0" dirty="0">
                <a:latin typeface="Helvetica Neue" panose="02000806000000020004" pitchFamily="2"/>
              </a:rPr>
              <a:t>Für Ihre Besucher:</a:t>
            </a:r>
            <a:endParaRPr lang="uk-UA" sz="2920" b="1" baseline="0" dirty="0"/>
          </a:p>
          <a:p>
            <a:r>
              <a:rPr lang="de-DE" sz="2920" b="1" baseline="0" dirty="0">
                <a:latin typeface="Helvetica Neue" panose="02000806000000020004" pitchFamily="2"/>
              </a:rPr>
              <a:t>drei Schritte — ein</a:t>
            </a:r>
            <a:endParaRPr lang="uk-UA" sz="2920" b="1" baseline="0" dirty="0"/>
          </a:p>
          <a:p>
            <a:r>
              <a:rPr lang="de-DE" sz="2920" b="1" baseline="0" dirty="0">
                <a:latin typeface="Helvetica Neue" panose="02000806000000020004" pitchFamily="2"/>
              </a:rPr>
              <a:t>unvergesslicher Moment.</a:t>
            </a:r>
            <a:endParaRPr lang="ru-UA" sz="2920" b="1" baseline="0" dirty="0"/>
          </a:p>
        </p:txBody>
      </p:sp>
      <p:sp>
        <p:nvSpPr>
          <p:cNvPr id="8" name="Step 1 label">
            <a:extLst>
              <a:ext uri="{FF2B5EF4-FFF2-40B4-BE49-F238E27FC236}">
                <a16:creationId xmlns:a16="http://schemas.microsoft.com/office/drawing/2014/main" id="{84222B2E-F0B8-3383-D298-1B8BC1650184}"/>
              </a:ext>
            </a:extLst>
          </p:cNvPr>
          <p:cNvSpPr txBox="1"/>
          <p:nvPr userDrawn="1"/>
        </p:nvSpPr>
        <p:spPr>
          <a:xfrm>
            <a:off x="1836000" y="2408400"/>
            <a:ext cx="183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i="0" baseline="0" dirty="0">
                <a:latin typeface="Helvetica Neue" panose="02000806000000020004" pitchFamily="2"/>
              </a:rPr>
              <a:t>Maske wählen — </a:t>
            </a:r>
            <a:r>
              <a:rPr lang="de-DE" sz="1200" b="0" baseline="0" dirty="0">
                <a:latin typeface="Myriad Pro" panose="020B0503030403020204" pitchFamily="34" charset="0"/>
              </a:rPr>
              <a:t>aus den Erlebniswelten Ihres Markts</a:t>
            </a:r>
            <a:endParaRPr lang="ru-UA" sz="1200" b="0" baseline="0" dirty="0">
              <a:latin typeface="Myriad Pro" panose="020B0503030403020204" pitchFamily="34" charset="0"/>
            </a:endParaRPr>
          </a:p>
        </p:txBody>
      </p:sp>
      <p:sp>
        <p:nvSpPr>
          <p:cNvPr id="9" name="Step 2 label">
            <a:extLst>
              <a:ext uri="{FF2B5EF4-FFF2-40B4-BE49-F238E27FC236}">
                <a16:creationId xmlns:a16="http://schemas.microsoft.com/office/drawing/2014/main" id="{B0753448-C428-2C3E-B68A-03F82BF063B8}"/>
              </a:ext>
            </a:extLst>
          </p:cNvPr>
          <p:cNvSpPr txBox="1"/>
          <p:nvPr userDrawn="1"/>
        </p:nvSpPr>
        <p:spPr>
          <a:xfrm>
            <a:off x="1821600" y="3387600"/>
            <a:ext cx="138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baseline="0" dirty="0">
                <a:latin typeface="Helvetica Neue" panose="02000806000000020004" pitchFamily="2"/>
              </a:rPr>
              <a:t>Hintergrund wählen — </a:t>
            </a:r>
            <a:r>
              <a:rPr lang="de-DE" sz="1200" baseline="0" dirty="0">
                <a:latin typeface="Myriad Pro" panose="020B0503030403020204" pitchFamily="34" charset="0"/>
              </a:rPr>
              <a:t>Ihre Stadt, Ihr Markt, Ihre Atmosphäre.</a:t>
            </a:r>
            <a:endParaRPr lang="ru-UA" sz="1200" baseline="0" dirty="0">
              <a:latin typeface="Myriad Pro" panose="020B0503030403020204" pitchFamily="34" charset="0"/>
            </a:endParaRPr>
          </a:p>
        </p:txBody>
      </p:sp>
      <p:sp>
        <p:nvSpPr>
          <p:cNvPr id="10" name="Step 3 label">
            <a:extLst>
              <a:ext uri="{FF2B5EF4-FFF2-40B4-BE49-F238E27FC236}">
                <a16:creationId xmlns:a16="http://schemas.microsoft.com/office/drawing/2014/main" id="{33BBBA16-2175-5C8C-0E33-022F837B3497}"/>
              </a:ext>
            </a:extLst>
          </p:cNvPr>
          <p:cNvSpPr txBox="1"/>
          <p:nvPr userDrawn="1"/>
        </p:nvSpPr>
        <p:spPr>
          <a:xfrm>
            <a:off x="1825200" y="4345200"/>
            <a:ext cx="181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i="0" baseline="0" dirty="0">
                <a:latin typeface="Helvetica Neue" panose="02000806000000020004" pitchFamily="2"/>
              </a:rPr>
              <a:t>Foto machen — </a:t>
            </a:r>
            <a:r>
              <a:rPr lang="de-DE" sz="1200" baseline="0" dirty="0">
                <a:latin typeface="Myriad Pro" panose="020B0503030403020204" pitchFamily="34" charset="0"/>
              </a:rPr>
              <a:t>fertig. Das Erlebnis-Souvenir ist sofort da.</a:t>
            </a:r>
            <a:endParaRPr lang="ru-UA" sz="1200" baseline="0" dirty="0">
              <a:latin typeface="Myriad Pro" panose="020B0503030403020204" pitchFamily="34" charset="0"/>
            </a:endParaRPr>
          </a:p>
        </p:txBody>
      </p:sp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F48199CB-2372-713B-6B3D-76F13578AA4E}"/>
              </a:ext>
            </a:extLst>
          </p:cNvPr>
          <p:cNvSpPr/>
          <p:nvPr userDrawn="1"/>
        </p:nvSpPr>
        <p:spPr>
          <a:xfrm>
            <a:off x="457200" y="2343600"/>
            <a:ext cx="644400" cy="644400"/>
          </a:xfrm>
          <a:prstGeom prst="rect">
            <a:avLst/>
          </a:prstGeom>
          <a:solidFill>
            <a:srgbClr val="001319"/>
          </a:solidFill>
          <a:ln w="19050">
            <a:solidFill>
              <a:srgbClr val="C592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ED264B-FF5D-AE43-CD8C-6E1C6E80AFD2}"/>
              </a:ext>
            </a:extLst>
          </p:cNvPr>
          <p:cNvSpPr txBox="1"/>
          <p:nvPr userDrawn="1"/>
        </p:nvSpPr>
        <p:spPr>
          <a:xfrm>
            <a:off x="694800" y="2376000"/>
            <a:ext cx="2844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baseline="0" dirty="0">
                <a:solidFill>
                  <a:srgbClr val="C5923B"/>
                </a:solidFill>
                <a:latin typeface="Core Serif N 75 Black" panose="02020504080301010804" pitchFamily="18"/>
              </a:rPr>
              <a:t>1</a:t>
            </a:r>
            <a:endParaRPr lang="ru-UA" sz="3500" baseline="0" dirty="0">
              <a:solidFill>
                <a:srgbClr val="C5923B"/>
              </a:solidFill>
            </a:endParaRPr>
          </a:p>
        </p:txBody>
      </p:sp>
      <p:sp>
        <p:nvSpPr>
          <p:cNvPr id="15" name="Прямокутник 14">
            <a:extLst>
              <a:ext uri="{FF2B5EF4-FFF2-40B4-BE49-F238E27FC236}">
                <a16:creationId xmlns:a16="http://schemas.microsoft.com/office/drawing/2014/main" id="{B5862E1A-9520-3351-7451-5770FDF10193}"/>
              </a:ext>
            </a:extLst>
          </p:cNvPr>
          <p:cNvSpPr/>
          <p:nvPr userDrawn="1"/>
        </p:nvSpPr>
        <p:spPr>
          <a:xfrm>
            <a:off x="457200" y="3304800"/>
            <a:ext cx="644400" cy="644400"/>
          </a:xfrm>
          <a:prstGeom prst="rect">
            <a:avLst/>
          </a:prstGeom>
          <a:solidFill>
            <a:srgbClr val="001319"/>
          </a:solidFill>
          <a:ln w="19050">
            <a:solidFill>
              <a:srgbClr val="C592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217F8C-0EAF-FD4B-7F38-5BC04CE8EC97}"/>
              </a:ext>
            </a:extLst>
          </p:cNvPr>
          <p:cNvSpPr txBox="1"/>
          <p:nvPr userDrawn="1"/>
        </p:nvSpPr>
        <p:spPr>
          <a:xfrm>
            <a:off x="694800" y="3337200"/>
            <a:ext cx="2844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baseline="0" dirty="0">
                <a:solidFill>
                  <a:srgbClr val="C5923B"/>
                </a:solidFill>
                <a:latin typeface="Core Serif N 75 Black" panose="02020504080301010804" pitchFamily="18"/>
              </a:rPr>
              <a:t>2</a:t>
            </a:r>
            <a:endParaRPr lang="ru-UA" sz="3500" baseline="0" dirty="0">
              <a:solidFill>
                <a:srgbClr val="C5923B"/>
              </a:solidFill>
            </a:endParaRPr>
          </a:p>
        </p:txBody>
      </p:sp>
      <p:sp>
        <p:nvSpPr>
          <p:cNvPr id="22" name="Прямокутник 21">
            <a:extLst>
              <a:ext uri="{FF2B5EF4-FFF2-40B4-BE49-F238E27FC236}">
                <a16:creationId xmlns:a16="http://schemas.microsoft.com/office/drawing/2014/main" id="{FE1DED06-2234-4A45-17E3-9C49D31A475A}"/>
              </a:ext>
            </a:extLst>
          </p:cNvPr>
          <p:cNvSpPr/>
          <p:nvPr userDrawn="1"/>
        </p:nvSpPr>
        <p:spPr>
          <a:xfrm>
            <a:off x="457200" y="4269600"/>
            <a:ext cx="644400" cy="644400"/>
          </a:xfrm>
          <a:prstGeom prst="rect">
            <a:avLst/>
          </a:prstGeom>
          <a:solidFill>
            <a:srgbClr val="001319"/>
          </a:solidFill>
          <a:ln w="19050">
            <a:solidFill>
              <a:srgbClr val="C592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917AF7-2A4B-4961-6395-578655DCF86B}"/>
              </a:ext>
            </a:extLst>
          </p:cNvPr>
          <p:cNvSpPr txBox="1"/>
          <p:nvPr userDrawn="1"/>
        </p:nvSpPr>
        <p:spPr>
          <a:xfrm>
            <a:off x="694800" y="4302000"/>
            <a:ext cx="2844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baseline="0" dirty="0">
                <a:solidFill>
                  <a:srgbClr val="C5923B"/>
                </a:solidFill>
                <a:latin typeface="Core Serif N 75 Black" panose="02020504080301010804" pitchFamily="18"/>
              </a:rPr>
              <a:t>3</a:t>
            </a:r>
            <a:endParaRPr lang="ru-UA" sz="3500" baseline="0" dirty="0">
              <a:solidFill>
                <a:srgbClr val="C5923B"/>
              </a:solidFill>
            </a:endParaRPr>
          </a:p>
        </p:txBody>
      </p:sp>
      <p:sp>
        <p:nvSpPr>
          <p:cNvPr id="25" name="IMG_KIOSK_SCREENSHOT">
            <a:extLst>
              <a:ext uri="{FF2B5EF4-FFF2-40B4-BE49-F238E27FC236}">
                <a16:creationId xmlns:a16="http://schemas.microsoft.com/office/drawing/2014/main" id="{48D13FB7-D68F-0AE2-881E-71DF1235F57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73999" y="381599"/>
            <a:ext cx="4276800" cy="2995200"/>
          </a:xfrm>
        </p:spPr>
        <p:txBody>
          <a:bodyPr/>
          <a:lstStyle/>
          <a:p>
            <a:endParaRPr lang="ru-UA"/>
          </a:p>
        </p:txBody>
      </p:sp>
      <p:sp>
        <p:nvSpPr>
          <p:cNvPr id="27" name="TXT_KIOSK_BACKGROUND_LABEL">
            <a:extLst>
              <a:ext uri="{FF2B5EF4-FFF2-40B4-BE49-F238E27FC236}">
                <a16:creationId xmlns:a16="http://schemas.microsoft.com/office/drawing/2014/main" id="{C5F5A637-B1D6-3A38-EAC2-4A1ED93C67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73999" y="3448800"/>
            <a:ext cx="4276800" cy="216000"/>
          </a:xfrm>
        </p:spPr>
        <p:txBody>
          <a:bodyPr/>
          <a:lstStyle>
            <a:lvl1pPr>
              <a:buNone/>
              <a:defRPr sz="900" baseline="0">
                <a:solidFill>
                  <a:srgbClr val="231F20"/>
                </a:solidFill>
                <a:latin typeface="Myriad Pro" panose="020B0503030403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uk-UA" dirty="0"/>
              <a:t>Клацніть, щоб відредагувати стилі зразків тексту</a:t>
            </a:r>
          </a:p>
        </p:txBody>
      </p:sp>
      <p:sp>
        <p:nvSpPr>
          <p:cNvPr id="29" name="IMG_USER_FLOW_CARD_1">
            <a:extLst>
              <a:ext uri="{FF2B5EF4-FFF2-40B4-BE49-F238E27FC236}">
                <a16:creationId xmlns:a16="http://schemas.microsoft.com/office/drawing/2014/main" id="{149BDCD2-EC38-44F1-F870-2672DAEA281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459199" y="3664800"/>
            <a:ext cx="1706400" cy="1137600"/>
          </a:xfrm>
        </p:spPr>
        <p:txBody>
          <a:bodyPr/>
          <a:lstStyle/>
          <a:p>
            <a:endParaRPr lang="ru-UA"/>
          </a:p>
        </p:txBody>
      </p:sp>
      <p:sp>
        <p:nvSpPr>
          <p:cNvPr id="31" name="IMG_USER_FLOW_CARD_2">
            <a:extLst>
              <a:ext uri="{FF2B5EF4-FFF2-40B4-BE49-F238E27FC236}">
                <a16:creationId xmlns:a16="http://schemas.microsoft.com/office/drawing/2014/main" id="{A78C7FD2-5B78-9E2A-053E-3EBC8155795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59199" y="4910400"/>
            <a:ext cx="1706400" cy="1137600"/>
          </a:xfrm>
        </p:spPr>
        <p:txBody>
          <a:bodyPr/>
          <a:lstStyle/>
          <a:p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128248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6_LOCAL_MOTIF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вал 5">
            <a:extLst>
              <a:ext uri="{FF2B5EF4-FFF2-40B4-BE49-F238E27FC236}">
                <a16:creationId xmlns:a16="http://schemas.microsoft.com/office/drawing/2014/main" id="{E74BA703-0345-E1A5-C438-4FD6358C09A0}"/>
              </a:ext>
            </a:extLst>
          </p:cNvPr>
          <p:cNvSpPr/>
          <p:nvPr userDrawn="1"/>
        </p:nvSpPr>
        <p:spPr>
          <a:xfrm>
            <a:off x="810000" y="2433600"/>
            <a:ext cx="399600" cy="399600"/>
          </a:xfrm>
          <a:prstGeom prst="ellipse">
            <a:avLst/>
          </a:prstGeom>
          <a:solidFill>
            <a:srgbClr val="001319"/>
          </a:solidFill>
          <a:ln w="19050">
            <a:solidFill>
              <a:srgbClr val="C592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0DE5898A-E587-9513-0366-7F82312D19CF}"/>
              </a:ext>
            </a:extLst>
          </p:cNvPr>
          <p:cNvSpPr/>
          <p:nvPr userDrawn="1"/>
        </p:nvSpPr>
        <p:spPr>
          <a:xfrm>
            <a:off x="810000" y="3776400"/>
            <a:ext cx="399600" cy="399600"/>
          </a:xfrm>
          <a:prstGeom prst="ellipse">
            <a:avLst/>
          </a:prstGeom>
          <a:solidFill>
            <a:srgbClr val="001319"/>
          </a:solidFill>
          <a:ln w="19050">
            <a:solidFill>
              <a:srgbClr val="C592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1F46F6E-A12D-3B1B-16F1-E4B304EFA6C5}"/>
              </a:ext>
            </a:extLst>
          </p:cNvPr>
          <p:cNvSpPr/>
          <p:nvPr userDrawn="1"/>
        </p:nvSpPr>
        <p:spPr>
          <a:xfrm>
            <a:off x="810000" y="5025600"/>
            <a:ext cx="399600" cy="399600"/>
          </a:xfrm>
          <a:prstGeom prst="ellipse">
            <a:avLst/>
          </a:prstGeom>
          <a:solidFill>
            <a:srgbClr val="001319"/>
          </a:solidFill>
          <a:ln w="19050">
            <a:solidFill>
              <a:srgbClr val="C592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Прямокутник 8">
            <a:extLst>
              <a:ext uri="{FF2B5EF4-FFF2-40B4-BE49-F238E27FC236}">
                <a16:creationId xmlns:a16="http://schemas.microsoft.com/office/drawing/2014/main" id="{DC43FDCC-3711-7C9A-89D0-597FAB6EBD05}"/>
              </a:ext>
            </a:extLst>
          </p:cNvPr>
          <p:cNvSpPr/>
          <p:nvPr userDrawn="1"/>
        </p:nvSpPr>
        <p:spPr>
          <a:xfrm>
            <a:off x="1126800" y="6170400"/>
            <a:ext cx="6296400" cy="500400"/>
          </a:xfrm>
          <a:prstGeom prst="rect">
            <a:avLst/>
          </a:prstGeom>
          <a:solidFill>
            <a:srgbClr val="001518"/>
          </a:solidFill>
          <a:ln>
            <a:solidFill>
              <a:srgbClr val="C592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1" name="TXT_MOTIF_HEADLINE">
            <a:extLst>
              <a:ext uri="{FF2B5EF4-FFF2-40B4-BE49-F238E27FC236}">
                <a16:creationId xmlns:a16="http://schemas.microsoft.com/office/drawing/2014/main" id="{36C30D00-93A3-4E22-8A60-31A066430B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2400" y="367200"/>
            <a:ext cx="4658400" cy="687600"/>
          </a:xfrm>
        </p:spPr>
        <p:txBody>
          <a:bodyPr/>
          <a:lstStyle>
            <a:lvl1pPr>
              <a:buNone/>
              <a:defRPr sz="2480" baseline="0">
                <a:solidFill>
                  <a:srgbClr val="231F20"/>
                </a:solidFill>
              </a:defRPr>
            </a:lvl1pPr>
            <a:lvl2pPr>
              <a:buNone/>
              <a:defRPr sz="2480" baseline="0">
                <a:solidFill>
                  <a:srgbClr val="231F20"/>
                </a:solidFill>
              </a:defRPr>
            </a:lvl2pPr>
            <a:lvl3pPr>
              <a:buNone/>
              <a:defRPr sz="2480" baseline="0">
                <a:solidFill>
                  <a:srgbClr val="231F20"/>
                </a:solidFill>
              </a:defRPr>
            </a:lvl3pPr>
            <a:lvl4pPr>
              <a:buNone/>
              <a:defRPr sz="2480" baseline="0">
                <a:solidFill>
                  <a:srgbClr val="231F20"/>
                </a:solidFill>
              </a:defRPr>
            </a:lvl4pPr>
            <a:lvl5pPr>
              <a:buNone/>
              <a:defRPr sz="2480" baseline="0">
                <a:solidFill>
                  <a:srgbClr val="231F20"/>
                </a:solidFill>
              </a:defRPr>
            </a:lvl5pPr>
          </a:lstStyle>
          <a:p>
            <a:pPr lvl="0"/>
            <a:r>
              <a:rPr lang="uk-UA" dirty="0"/>
              <a:t>Клацніть, щоб відредагувати стилі зразків тексту</a:t>
            </a:r>
          </a:p>
        </p:txBody>
      </p:sp>
      <p:sp>
        <p:nvSpPr>
          <p:cNvPr id="13" name="TXT_MOTIF_SUBHEADLINE">
            <a:extLst>
              <a:ext uri="{FF2B5EF4-FFF2-40B4-BE49-F238E27FC236}">
                <a16:creationId xmlns:a16="http://schemas.microsoft.com/office/drawing/2014/main" id="{FC617ACC-84D0-4AF4-0FC6-7A6936FC25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2400" y="1184400"/>
            <a:ext cx="3715200" cy="345600"/>
          </a:xfrm>
        </p:spPr>
        <p:txBody>
          <a:bodyPr/>
          <a:lstStyle>
            <a:lvl1pPr>
              <a:buNone/>
              <a:defRPr sz="1113" baseline="0">
                <a:solidFill>
                  <a:srgbClr val="231F20"/>
                </a:solidFill>
                <a:latin typeface="Myriad Pro" panose="020B0503030403020204" pitchFamily="34" charset="0"/>
              </a:defRPr>
            </a:lvl1pPr>
            <a:lvl2pPr>
              <a:buNone/>
              <a:defRPr sz="1113" baseline="0">
                <a:solidFill>
                  <a:srgbClr val="231F20"/>
                </a:solidFill>
                <a:latin typeface="Myriad Pro" panose="020B0503030403020204" pitchFamily="34" charset="0"/>
              </a:defRPr>
            </a:lvl2pPr>
            <a:lvl3pPr>
              <a:buNone/>
              <a:defRPr sz="1113" baseline="0">
                <a:solidFill>
                  <a:srgbClr val="231F20"/>
                </a:solidFill>
                <a:latin typeface="Myriad Pro" panose="020B0503030403020204" pitchFamily="34" charset="0"/>
              </a:defRPr>
            </a:lvl3pPr>
            <a:lvl4pPr>
              <a:buNone/>
              <a:defRPr sz="1113" baseline="0">
                <a:solidFill>
                  <a:srgbClr val="231F20"/>
                </a:solidFill>
                <a:latin typeface="Myriad Pro" panose="020B0503030403020204" pitchFamily="34" charset="0"/>
              </a:defRPr>
            </a:lvl4pPr>
            <a:lvl5pPr>
              <a:buNone/>
              <a:defRPr sz="1113" baseline="0">
                <a:solidFill>
                  <a:srgbClr val="231F20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uk-UA" dirty="0"/>
              <a:t>Клацніть, щоб відредагувати стилі зразків тексту</a:t>
            </a:r>
            <a:endParaRPr lang="ru-UA" dirty="0"/>
          </a:p>
        </p:txBody>
      </p:sp>
      <p:sp>
        <p:nvSpPr>
          <p:cNvPr id="15" name="TXT_THEME_WORLD_NAME">
            <a:extLst>
              <a:ext uri="{FF2B5EF4-FFF2-40B4-BE49-F238E27FC236}">
                <a16:creationId xmlns:a16="http://schemas.microsoft.com/office/drawing/2014/main" id="{5D94B055-A168-5625-12D4-2D458A5523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2400" y="1558800"/>
            <a:ext cx="5400000" cy="194400"/>
          </a:xfrm>
        </p:spPr>
        <p:txBody>
          <a:bodyPr/>
          <a:lstStyle>
            <a:lvl1pPr>
              <a:buNone/>
              <a:defRPr sz="1430" baseline="0">
                <a:solidFill>
                  <a:srgbClr val="231F20"/>
                </a:solidFill>
              </a:defRPr>
            </a:lvl1pPr>
            <a:lvl2pPr>
              <a:buNone/>
              <a:defRPr sz="1430" baseline="0">
                <a:solidFill>
                  <a:srgbClr val="231F20"/>
                </a:solidFill>
              </a:defRPr>
            </a:lvl2pPr>
            <a:lvl3pPr>
              <a:buNone/>
              <a:defRPr sz="1430" baseline="0">
                <a:solidFill>
                  <a:srgbClr val="231F20"/>
                </a:solidFill>
              </a:defRPr>
            </a:lvl3pPr>
            <a:lvl4pPr>
              <a:buNone/>
              <a:defRPr sz="1430" baseline="0">
                <a:solidFill>
                  <a:srgbClr val="231F20"/>
                </a:solidFill>
              </a:defRPr>
            </a:lvl4pPr>
            <a:lvl5pPr>
              <a:buNone/>
              <a:defRPr sz="1430" baseline="0">
                <a:solidFill>
                  <a:srgbClr val="231F20"/>
                </a:solidFill>
              </a:defRPr>
            </a:lvl5pPr>
          </a:lstStyle>
          <a:p>
            <a:pPr lvl="0"/>
            <a:r>
              <a:rPr lang="uk-UA" dirty="0"/>
              <a:t>Клацніть, щоб відредагувати стилі зразків тексту</a:t>
            </a:r>
          </a:p>
        </p:txBody>
      </p:sp>
      <p:sp>
        <p:nvSpPr>
          <p:cNvPr id="17" name="TXT_MOTIF_COLUMN_HEADER_1">
            <a:extLst>
              <a:ext uri="{FF2B5EF4-FFF2-40B4-BE49-F238E27FC236}">
                <a16:creationId xmlns:a16="http://schemas.microsoft.com/office/drawing/2014/main" id="{F10BC6DA-36B3-B4E5-680F-6924CD22C7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78799" y="1883823"/>
            <a:ext cx="828000" cy="187200"/>
          </a:xfrm>
        </p:spPr>
        <p:txBody>
          <a:bodyPr/>
          <a:lstStyle>
            <a:lvl1pPr>
              <a:buNone/>
              <a:defRPr sz="1170" baseline="0">
                <a:solidFill>
                  <a:srgbClr val="231F2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 err="1"/>
              <a:t>Fotokarte</a:t>
            </a:r>
            <a:endParaRPr lang="ru-UA" dirty="0"/>
          </a:p>
        </p:txBody>
      </p:sp>
      <p:sp>
        <p:nvSpPr>
          <p:cNvPr id="19" name="TXT_MOTIF_COLUMN_HEADER_2">
            <a:extLst>
              <a:ext uri="{FF2B5EF4-FFF2-40B4-BE49-F238E27FC236}">
                <a16:creationId xmlns:a16="http://schemas.microsoft.com/office/drawing/2014/main" id="{4B4B0961-A4F9-7785-EEB8-D9FEDA9D92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7200" y="1890000"/>
            <a:ext cx="972000" cy="187200"/>
          </a:xfrm>
        </p:spPr>
        <p:txBody>
          <a:bodyPr/>
          <a:lstStyle>
            <a:lvl1pPr>
              <a:buNone/>
              <a:defRPr sz="1180" baseline="0">
                <a:solidFill>
                  <a:srgbClr val="231F20"/>
                </a:solidFill>
                <a:latin typeface="Myriad Pro" panose="020B0503030403020204" pitchFamily="34" charset="0"/>
              </a:defRPr>
            </a:lvl1pPr>
            <a:lvl2pPr>
              <a:buNone/>
              <a:defRPr sz="1180" baseline="0">
                <a:solidFill>
                  <a:srgbClr val="231F20"/>
                </a:solidFill>
                <a:latin typeface="Myriad Pro" panose="020B0503030403020204" pitchFamily="34" charset="0"/>
              </a:defRPr>
            </a:lvl2pPr>
            <a:lvl3pPr>
              <a:buNone/>
              <a:defRPr sz="1180" baseline="0">
                <a:solidFill>
                  <a:srgbClr val="231F20"/>
                </a:solidFill>
                <a:latin typeface="Myriad Pro" panose="020B0503030403020204" pitchFamily="34" charset="0"/>
              </a:defRPr>
            </a:lvl3pPr>
            <a:lvl4pPr>
              <a:buNone/>
              <a:defRPr sz="1180" baseline="0">
                <a:solidFill>
                  <a:srgbClr val="231F20"/>
                </a:solidFill>
                <a:latin typeface="Myriad Pro" panose="020B0503030403020204" pitchFamily="34" charset="0"/>
              </a:defRPr>
            </a:lvl4pPr>
            <a:lvl5pPr>
              <a:buNone/>
              <a:defRPr sz="1180" baseline="0">
                <a:solidFill>
                  <a:srgbClr val="231F20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en-US" dirty="0" err="1"/>
              <a:t>Hintergrund</a:t>
            </a:r>
            <a:endParaRPr lang="ru-UA" dirty="0"/>
          </a:p>
        </p:txBody>
      </p:sp>
      <p:sp>
        <p:nvSpPr>
          <p:cNvPr id="21" name="TXT_MOTIF_ROW_NUMBER_1">
            <a:extLst>
              <a:ext uri="{FF2B5EF4-FFF2-40B4-BE49-F238E27FC236}">
                <a16:creationId xmlns:a16="http://schemas.microsoft.com/office/drawing/2014/main" id="{A1AAAA45-CD44-4FEE-BF56-C8ECDA18D445}"/>
              </a:ext>
            </a:extLst>
          </p:cNvPr>
          <p:cNvSpPr txBox="1"/>
          <p:nvPr userDrawn="1"/>
        </p:nvSpPr>
        <p:spPr>
          <a:xfrm>
            <a:off x="833400" y="2433600"/>
            <a:ext cx="176400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40" baseline="0" dirty="0">
                <a:solidFill>
                  <a:srgbClr val="C5923B"/>
                </a:solidFill>
                <a:latin typeface="Core Serif N 75 Black" panose="02020504080301010804" pitchFamily="18"/>
              </a:rPr>
              <a:t>1</a:t>
            </a:r>
            <a:endParaRPr lang="ru-UA" sz="2240" baseline="0" dirty="0">
              <a:solidFill>
                <a:srgbClr val="C5923B"/>
              </a:solidFill>
            </a:endParaRPr>
          </a:p>
        </p:txBody>
      </p:sp>
      <p:sp>
        <p:nvSpPr>
          <p:cNvPr id="22" name="TXT_MOTIF_ROW_NUMBER_2">
            <a:extLst>
              <a:ext uri="{FF2B5EF4-FFF2-40B4-BE49-F238E27FC236}">
                <a16:creationId xmlns:a16="http://schemas.microsoft.com/office/drawing/2014/main" id="{CB1E552E-C499-44F7-6EF2-74CE56EFBF32}"/>
              </a:ext>
            </a:extLst>
          </p:cNvPr>
          <p:cNvSpPr txBox="1"/>
          <p:nvPr userDrawn="1"/>
        </p:nvSpPr>
        <p:spPr>
          <a:xfrm>
            <a:off x="836203" y="3762000"/>
            <a:ext cx="176400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240" baseline="0" dirty="0">
                <a:solidFill>
                  <a:srgbClr val="C5923B"/>
                </a:solidFill>
                <a:latin typeface="Core Serif N 75 Black" panose="02020504080301010804" pitchFamily="18"/>
              </a:rPr>
              <a:t>2</a:t>
            </a:r>
            <a:endParaRPr lang="ru-UA" sz="2240" baseline="0" dirty="0">
              <a:solidFill>
                <a:srgbClr val="C5923B"/>
              </a:solidFill>
            </a:endParaRPr>
          </a:p>
        </p:txBody>
      </p:sp>
      <p:sp>
        <p:nvSpPr>
          <p:cNvPr id="23" name="TXT_MOTIF_ROW_NUMBER_3">
            <a:extLst>
              <a:ext uri="{FF2B5EF4-FFF2-40B4-BE49-F238E27FC236}">
                <a16:creationId xmlns:a16="http://schemas.microsoft.com/office/drawing/2014/main" id="{93D3648D-95D3-798E-B955-D3E2F2774187}"/>
              </a:ext>
            </a:extLst>
          </p:cNvPr>
          <p:cNvSpPr txBox="1"/>
          <p:nvPr userDrawn="1"/>
        </p:nvSpPr>
        <p:spPr>
          <a:xfrm>
            <a:off x="833400" y="5008679"/>
            <a:ext cx="176400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240" baseline="0" dirty="0">
                <a:solidFill>
                  <a:srgbClr val="C5923B"/>
                </a:solidFill>
                <a:latin typeface="Core Serif N 75 Black" panose="02020504080301010804" pitchFamily="18"/>
              </a:rPr>
              <a:t>3</a:t>
            </a:r>
            <a:endParaRPr lang="ru-UA" sz="2240" baseline="0" dirty="0">
              <a:solidFill>
                <a:srgbClr val="C5923B"/>
              </a:solidFill>
            </a:endParaRPr>
          </a:p>
        </p:txBody>
      </p:sp>
      <p:sp>
        <p:nvSpPr>
          <p:cNvPr id="25" name="TXT_MOTIF_1_NAME">
            <a:extLst>
              <a:ext uri="{FF2B5EF4-FFF2-40B4-BE49-F238E27FC236}">
                <a16:creationId xmlns:a16="http://schemas.microsoft.com/office/drawing/2014/main" id="{C962E585-BC6A-437F-56ED-9EBF602855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68800" y="2948400"/>
            <a:ext cx="1044000" cy="255600"/>
          </a:xfrm>
        </p:spPr>
        <p:txBody>
          <a:bodyPr/>
          <a:lstStyle>
            <a:lvl1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1pPr>
            <a:lvl2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2pPr>
            <a:lvl3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3pPr>
            <a:lvl4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4pPr>
            <a:lvl5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uk-UA" dirty="0"/>
              <a:t>Клацніть,</a:t>
            </a:r>
            <a:endParaRPr lang="en-US" dirty="0"/>
          </a:p>
          <a:p>
            <a:pPr lvl="0"/>
            <a:endParaRPr lang="uk-UA" dirty="0"/>
          </a:p>
        </p:txBody>
      </p:sp>
      <p:sp>
        <p:nvSpPr>
          <p:cNvPr id="26" name="TXT_MOTIF_2_NAME">
            <a:extLst>
              <a:ext uri="{FF2B5EF4-FFF2-40B4-BE49-F238E27FC236}">
                <a16:creationId xmlns:a16="http://schemas.microsoft.com/office/drawing/2014/main" id="{8D7654FD-3710-64A6-21C5-42749B6A42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8800" y="4266000"/>
            <a:ext cx="1044000" cy="255600"/>
          </a:xfrm>
        </p:spPr>
        <p:txBody>
          <a:bodyPr/>
          <a:lstStyle>
            <a:lvl1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1pPr>
            <a:lvl2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2pPr>
            <a:lvl3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3pPr>
            <a:lvl4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4pPr>
            <a:lvl5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uk-UA" dirty="0"/>
              <a:t>Клацніть,</a:t>
            </a:r>
            <a:endParaRPr lang="en-US" dirty="0"/>
          </a:p>
          <a:p>
            <a:pPr lvl="0"/>
            <a:endParaRPr lang="uk-UA" dirty="0"/>
          </a:p>
        </p:txBody>
      </p:sp>
      <p:sp>
        <p:nvSpPr>
          <p:cNvPr id="27" name="TXT_MOTIF_3_NAME">
            <a:extLst>
              <a:ext uri="{FF2B5EF4-FFF2-40B4-BE49-F238E27FC236}">
                <a16:creationId xmlns:a16="http://schemas.microsoft.com/office/drawing/2014/main" id="{7241013F-BB8B-DAFA-7457-EB1A73F821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8800" y="5522400"/>
            <a:ext cx="1044000" cy="255600"/>
          </a:xfrm>
        </p:spPr>
        <p:txBody>
          <a:bodyPr/>
          <a:lstStyle>
            <a:lvl1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1pPr>
            <a:lvl2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2pPr>
            <a:lvl3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3pPr>
            <a:lvl4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4pPr>
            <a:lvl5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uk-UA" dirty="0"/>
              <a:t>Клацніть,</a:t>
            </a:r>
            <a:endParaRPr lang="en-US" dirty="0"/>
          </a:p>
          <a:p>
            <a:pPr lvl="0"/>
            <a:endParaRPr lang="uk-UA" dirty="0"/>
          </a:p>
        </p:txBody>
      </p:sp>
      <p:sp>
        <p:nvSpPr>
          <p:cNvPr id="29" name="TXT_MOTIF_STATS_CALLOUT">
            <a:extLst>
              <a:ext uri="{FF2B5EF4-FFF2-40B4-BE49-F238E27FC236}">
                <a16:creationId xmlns:a16="http://schemas.microsoft.com/office/drawing/2014/main" id="{D343B36D-4567-682F-EB69-A9904C680CC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350799" y="6249599"/>
            <a:ext cx="5036400" cy="370800"/>
          </a:xfrm>
        </p:spPr>
        <p:txBody>
          <a:bodyPr/>
          <a:lstStyle>
            <a:lvl1pPr>
              <a:buNone/>
              <a:defRPr sz="1180" baseline="0">
                <a:solidFill>
                  <a:srgbClr val="C5923B"/>
                </a:solidFill>
              </a:defRPr>
            </a:lvl1pPr>
            <a:lvl2pPr>
              <a:buNone/>
              <a:defRPr sz="1180" baseline="0">
                <a:solidFill>
                  <a:srgbClr val="C5923B"/>
                </a:solidFill>
              </a:defRPr>
            </a:lvl2pPr>
            <a:lvl3pPr>
              <a:buNone/>
              <a:defRPr sz="1180" baseline="0">
                <a:solidFill>
                  <a:srgbClr val="C5923B"/>
                </a:solidFill>
              </a:defRPr>
            </a:lvl3pPr>
            <a:lvl4pPr>
              <a:buNone/>
              <a:defRPr sz="1180" baseline="0">
                <a:solidFill>
                  <a:srgbClr val="C5923B"/>
                </a:solidFill>
              </a:defRPr>
            </a:lvl4pPr>
            <a:lvl5pPr>
              <a:buNone/>
              <a:defRPr sz="1180" baseline="0">
                <a:solidFill>
                  <a:srgbClr val="C5923B"/>
                </a:solidFill>
              </a:defRPr>
            </a:lvl5pPr>
          </a:lstStyle>
          <a:p>
            <a:pPr lvl="0"/>
            <a:r>
              <a:rPr lang="uk-UA" dirty="0"/>
              <a:t>Клацніть, щоб відредагувати стилі зразків тексту</a:t>
            </a:r>
          </a:p>
        </p:txBody>
      </p:sp>
      <p:sp>
        <p:nvSpPr>
          <p:cNvPr id="31" name="IMG_MOTIF_1_PHOTO">
            <a:extLst>
              <a:ext uri="{FF2B5EF4-FFF2-40B4-BE49-F238E27FC236}">
                <a16:creationId xmlns:a16="http://schemas.microsoft.com/office/drawing/2014/main" id="{62B219E3-1E42-91D4-A426-7F00E974FDF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457999" y="2152800"/>
            <a:ext cx="2469600" cy="1389600"/>
          </a:xfrm>
        </p:spPr>
        <p:txBody>
          <a:bodyPr/>
          <a:lstStyle/>
          <a:p>
            <a:endParaRPr lang="ru-UA"/>
          </a:p>
        </p:txBody>
      </p:sp>
      <p:sp>
        <p:nvSpPr>
          <p:cNvPr id="33" name="IMG_MOTIF_1_BACKGROUND">
            <a:extLst>
              <a:ext uri="{FF2B5EF4-FFF2-40B4-BE49-F238E27FC236}">
                <a16:creationId xmlns:a16="http://schemas.microsoft.com/office/drawing/2014/main" id="{2D2D4949-E3F2-C23B-4310-445056A8B51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748400" y="2152800"/>
            <a:ext cx="2469600" cy="1389600"/>
          </a:xfrm>
        </p:spPr>
        <p:txBody>
          <a:bodyPr/>
          <a:lstStyle/>
          <a:p>
            <a:endParaRPr lang="ru-UA"/>
          </a:p>
        </p:txBody>
      </p:sp>
      <p:sp>
        <p:nvSpPr>
          <p:cNvPr id="35" name="IMG_MOTIF_1_MASK">
            <a:extLst>
              <a:ext uri="{FF2B5EF4-FFF2-40B4-BE49-F238E27FC236}">
                <a16:creationId xmlns:a16="http://schemas.microsoft.com/office/drawing/2014/main" id="{8E098B13-ABE9-2F3F-C2D3-6B0A5A4B627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38800" y="2152800"/>
            <a:ext cx="2469600" cy="1389600"/>
          </a:xfrm>
        </p:spPr>
        <p:txBody>
          <a:bodyPr/>
          <a:lstStyle/>
          <a:p>
            <a:endParaRPr lang="ru-UA"/>
          </a:p>
        </p:txBody>
      </p:sp>
      <p:sp>
        <p:nvSpPr>
          <p:cNvPr id="37" name="IMG_MOTIF_2_PHOTO">
            <a:extLst>
              <a:ext uri="{FF2B5EF4-FFF2-40B4-BE49-F238E27FC236}">
                <a16:creationId xmlns:a16="http://schemas.microsoft.com/office/drawing/2014/main" id="{5DB5C86A-F711-1BC6-EFEB-670FEDE7812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457999" y="3542400"/>
            <a:ext cx="2469600" cy="1389600"/>
          </a:xfrm>
        </p:spPr>
        <p:txBody>
          <a:bodyPr/>
          <a:lstStyle/>
          <a:p>
            <a:endParaRPr lang="ru-UA"/>
          </a:p>
        </p:txBody>
      </p:sp>
      <p:sp>
        <p:nvSpPr>
          <p:cNvPr id="39" name="IMG_MOTIF_2_BACKGROUND">
            <a:extLst>
              <a:ext uri="{FF2B5EF4-FFF2-40B4-BE49-F238E27FC236}">
                <a16:creationId xmlns:a16="http://schemas.microsoft.com/office/drawing/2014/main" id="{1AE5AD94-51B2-3FE1-F876-774397D828D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748400" y="3542399"/>
            <a:ext cx="2469600" cy="1389600"/>
          </a:xfrm>
        </p:spPr>
        <p:txBody>
          <a:bodyPr/>
          <a:lstStyle/>
          <a:p>
            <a:endParaRPr lang="ru-UA"/>
          </a:p>
        </p:txBody>
      </p:sp>
      <p:sp>
        <p:nvSpPr>
          <p:cNvPr id="41" name="IMG_MOTIF_2_MASK">
            <a:extLst>
              <a:ext uri="{FF2B5EF4-FFF2-40B4-BE49-F238E27FC236}">
                <a16:creationId xmlns:a16="http://schemas.microsoft.com/office/drawing/2014/main" id="{E06252D1-117D-D50C-F31A-30688567762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038799" y="3542399"/>
            <a:ext cx="2469600" cy="1389600"/>
          </a:xfrm>
        </p:spPr>
        <p:txBody>
          <a:bodyPr/>
          <a:lstStyle/>
          <a:p>
            <a:endParaRPr lang="ru-UA"/>
          </a:p>
        </p:txBody>
      </p:sp>
      <p:sp>
        <p:nvSpPr>
          <p:cNvPr id="43" name="IMG_MOTIF_3_PHOTO">
            <a:extLst>
              <a:ext uri="{FF2B5EF4-FFF2-40B4-BE49-F238E27FC236}">
                <a16:creationId xmlns:a16="http://schemas.microsoft.com/office/drawing/2014/main" id="{1AF4C320-E0F4-8D35-AB7E-39ABA552054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457999" y="4932000"/>
            <a:ext cx="2469600" cy="1188000"/>
          </a:xfrm>
        </p:spPr>
        <p:txBody>
          <a:bodyPr/>
          <a:lstStyle/>
          <a:p>
            <a:endParaRPr lang="ru-UA"/>
          </a:p>
        </p:txBody>
      </p:sp>
      <p:sp>
        <p:nvSpPr>
          <p:cNvPr id="45" name="IMG_MOTIF_3_BACKGROUND">
            <a:extLst>
              <a:ext uri="{FF2B5EF4-FFF2-40B4-BE49-F238E27FC236}">
                <a16:creationId xmlns:a16="http://schemas.microsoft.com/office/drawing/2014/main" id="{E013E4AB-5C01-4C91-69BD-8D27BAEB6C5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748400" y="4932000"/>
            <a:ext cx="2469600" cy="1188000"/>
          </a:xfrm>
        </p:spPr>
        <p:txBody>
          <a:bodyPr/>
          <a:lstStyle/>
          <a:p>
            <a:endParaRPr lang="ru-UA"/>
          </a:p>
        </p:txBody>
      </p:sp>
      <p:sp>
        <p:nvSpPr>
          <p:cNvPr id="47" name="IMG_MOTIF_3_MASK">
            <a:extLst>
              <a:ext uri="{FF2B5EF4-FFF2-40B4-BE49-F238E27FC236}">
                <a16:creationId xmlns:a16="http://schemas.microsoft.com/office/drawing/2014/main" id="{CAE27978-B1B0-FE06-8660-9091E847526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038799" y="4932000"/>
            <a:ext cx="2469600" cy="1188000"/>
          </a:xfrm>
        </p:spPr>
        <p:txBody>
          <a:bodyPr/>
          <a:lstStyle/>
          <a:p>
            <a:endParaRPr lang="ru-UA"/>
          </a:p>
        </p:txBody>
      </p:sp>
      <p:sp>
        <p:nvSpPr>
          <p:cNvPr id="3" name="TXT_MOTIF_COLUMN_HEADER_3">
            <a:extLst>
              <a:ext uri="{FF2B5EF4-FFF2-40B4-BE49-F238E27FC236}">
                <a16:creationId xmlns:a16="http://schemas.microsoft.com/office/drawing/2014/main" id="{D2DBDF7A-D064-41C2-178D-01EDB7BC3FF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59599" y="1894699"/>
            <a:ext cx="828000" cy="187200"/>
          </a:xfrm>
        </p:spPr>
        <p:txBody>
          <a:bodyPr/>
          <a:lstStyle>
            <a:lvl1pPr>
              <a:buNone/>
              <a:defRPr sz="1180" baseline="0">
                <a:latin typeface="Myriad Pro" panose="020B0503030403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AR-Maske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934827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7_BESTSELL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">
            <a:extLst>
              <a:ext uri="{FF2B5EF4-FFF2-40B4-BE49-F238E27FC236}">
                <a16:creationId xmlns:a16="http://schemas.microsoft.com/office/drawing/2014/main" id="{01F38D04-D37E-E6CE-FF6F-492308578B48}"/>
              </a:ext>
            </a:extLst>
          </p:cNvPr>
          <p:cNvSpPr txBox="1"/>
          <p:nvPr userDrawn="1"/>
        </p:nvSpPr>
        <p:spPr>
          <a:xfrm>
            <a:off x="482400" y="367199"/>
            <a:ext cx="2505600" cy="991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920" b="0" dirty="0">
                <a:solidFill>
                  <a:srgbClr val="231F20"/>
                </a:solidFill>
                <a:latin typeface="Helvetica Neue" panose="02000806000000020004" pitchFamily="2"/>
              </a:rPr>
              <a:t>Best-Seller </a:t>
            </a:r>
            <a:r>
              <a:rPr lang="en-US" sz="2920" b="0" baseline="0" dirty="0">
                <a:solidFill>
                  <a:srgbClr val="231F20"/>
                </a:solidFill>
                <a:latin typeface="Helvetica Neue" panose="02000806000000020004" pitchFamily="2"/>
              </a:rPr>
              <a:t>der</a:t>
            </a:r>
            <a:endParaRPr lang="uk-UA" sz="2920" b="0" baseline="0" dirty="0">
              <a:solidFill>
                <a:srgbClr val="231F20"/>
              </a:solidFill>
            </a:endParaRPr>
          </a:p>
          <a:p>
            <a:r>
              <a:rPr lang="en-US" sz="2920" b="0" dirty="0">
                <a:solidFill>
                  <a:srgbClr val="231F20"/>
                </a:solidFill>
                <a:latin typeface="Helvetica Neue" panose="02000806000000020004" pitchFamily="2"/>
              </a:rPr>
              <a:t>Saison 2025</a:t>
            </a:r>
            <a:endParaRPr lang="ru-UA" sz="2920" b="0" dirty="0">
              <a:solidFill>
                <a:srgbClr val="231F20"/>
              </a:solidFill>
            </a:endParaRPr>
          </a:p>
        </p:txBody>
      </p:sp>
      <p:sp>
        <p:nvSpPr>
          <p:cNvPr id="8" name="Підзаголовок">
            <a:extLst>
              <a:ext uri="{FF2B5EF4-FFF2-40B4-BE49-F238E27FC236}">
                <a16:creationId xmlns:a16="http://schemas.microsoft.com/office/drawing/2014/main" id="{048AC530-5BE1-CEEA-3695-BB63B95ACEE5}"/>
              </a:ext>
            </a:extLst>
          </p:cNvPr>
          <p:cNvSpPr txBox="1"/>
          <p:nvPr userDrawn="1"/>
        </p:nvSpPr>
        <p:spPr>
          <a:xfrm>
            <a:off x="511199" y="1458000"/>
            <a:ext cx="4094051" cy="27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80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Die beliebtesten Motive auf Deutschlands Weihnachtsmärkten</a:t>
            </a:r>
            <a:endParaRPr lang="ru-UA" sz="1180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</p:txBody>
      </p:sp>
      <p:sp>
        <p:nvSpPr>
          <p:cNvPr id="9" name="Підпис 1">
            <a:extLst>
              <a:ext uri="{FF2B5EF4-FFF2-40B4-BE49-F238E27FC236}">
                <a16:creationId xmlns:a16="http://schemas.microsoft.com/office/drawing/2014/main" id="{DDD344C6-DFDD-3D05-29A0-D0EE2A6F68AB}"/>
              </a:ext>
            </a:extLst>
          </p:cNvPr>
          <p:cNvSpPr txBox="1"/>
          <p:nvPr userDrawn="1"/>
        </p:nvSpPr>
        <p:spPr>
          <a:xfrm>
            <a:off x="455400" y="2581845"/>
            <a:ext cx="1116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/>
              <a:t>Weihnachtsrentier</a:t>
            </a:r>
            <a:endParaRPr lang="ru-UA" sz="800" dirty="0"/>
          </a:p>
        </p:txBody>
      </p:sp>
      <p:sp>
        <p:nvSpPr>
          <p:cNvPr id="10" name="Підпис 2">
            <a:extLst>
              <a:ext uri="{FF2B5EF4-FFF2-40B4-BE49-F238E27FC236}">
                <a16:creationId xmlns:a16="http://schemas.microsoft.com/office/drawing/2014/main" id="{F5786ED0-672A-4868-3A87-32F00895AAC8}"/>
              </a:ext>
            </a:extLst>
          </p:cNvPr>
          <p:cNvSpPr txBox="1"/>
          <p:nvPr userDrawn="1"/>
        </p:nvSpPr>
        <p:spPr>
          <a:xfrm>
            <a:off x="531000" y="3883426"/>
            <a:ext cx="96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Santa </a:t>
            </a:r>
            <a:r>
              <a:rPr lang="en-US" sz="800" baseline="0" dirty="0" err="1">
                <a:solidFill>
                  <a:srgbClr val="231F20"/>
                </a:solidFill>
                <a:latin typeface="Myriad Pro" panose="020B0503030403020204" pitchFamily="34" charset="0"/>
              </a:rPr>
              <a:t>mit</a:t>
            </a:r>
            <a:r>
              <a:rPr lang="en-US" sz="800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 </a:t>
            </a:r>
            <a:r>
              <a:rPr lang="en-US" sz="800" baseline="0" dirty="0" err="1">
                <a:solidFill>
                  <a:srgbClr val="231F20"/>
                </a:solidFill>
                <a:latin typeface="Myriad Pro" panose="020B0503030403020204" pitchFamily="34" charset="0"/>
              </a:rPr>
              <a:t>Sonnenbrille</a:t>
            </a:r>
            <a:endParaRPr lang="ru-UA" sz="800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</p:txBody>
      </p:sp>
      <p:sp>
        <p:nvSpPr>
          <p:cNvPr id="11" name="Підпис 3">
            <a:extLst>
              <a:ext uri="{FF2B5EF4-FFF2-40B4-BE49-F238E27FC236}">
                <a16:creationId xmlns:a16="http://schemas.microsoft.com/office/drawing/2014/main" id="{4F898113-8632-9926-4B23-530966B801A7}"/>
              </a:ext>
            </a:extLst>
          </p:cNvPr>
          <p:cNvSpPr txBox="1"/>
          <p:nvPr userDrawn="1"/>
        </p:nvSpPr>
        <p:spPr>
          <a:xfrm>
            <a:off x="531000" y="5184556"/>
            <a:ext cx="968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aseline="0" dirty="0">
                <a:latin typeface="Myriad Pro" panose="020B0503030403020204" pitchFamily="34" charset="0"/>
              </a:rPr>
              <a:t>Glühwein-Santa</a:t>
            </a:r>
            <a:endParaRPr lang="ru-UA" sz="800" baseline="0" dirty="0">
              <a:latin typeface="Myriad Pro" panose="020B0503030403020204" pitchFamily="34" charset="0"/>
            </a:endParaRPr>
          </a:p>
        </p:txBody>
      </p:sp>
      <p:sp>
        <p:nvSpPr>
          <p:cNvPr id="12" name="Fotokarte">
            <a:extLst>
              <a:ext uri="{FF2B5EF4-FFF2-40B4-BE49-F238E27FC236}">
                <a16:creationId xmlns:a16="http://schemas.microsoft.com/office/drawing/2014/main" id="{9DDD4FEC-AF7C-21FE-3C5E-FD3A9F0ACC02}"/>
              </a:ext>
            </a:extLst>
          </p:cNvPr>
          <p:cNvSpPr txBox="1"/>
          <p:nvPr userDrawn="1"/>
        </p:nvSpPr>
        <p:spPr>
          <a:xfrm>
            <a:off x="2934000" y="1828800"/>
            <a:ext cx="806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Fotokarte</a:t>
            </a:r>
            <a:endParaRPr lang="ru-UA" sz="1100" dirty="0"/>
          </a:p>
        </p:txBody>
      </p:sp>
      <p:sp>
        <p:nvSpPr>
          <p:cNvPr id="13" name="Hintergrund">
            <a:extLst>
              <a:ext uri="{FF2B5EF4-FFF2-40B4-BE49-F238E27FC236}">
                <a16:creationId xmlns:a16="http://schemas.microsoft.com/office/drawing/2014/main" id="{41C1236F-8502-35CC-F889-12EC6AD15651}"/>
              </a:ext>
            </a:extLst>
          </p:cNvPr>
          <p:cNvSpPr txBox="1"/>
          <p:nvPr userDrawn="1"/>
        </p:nvSpPr>
        <p:spPr>
          <a:xfrm>
            <a:off x="6098400" y="1814400"/>
            <a:ext cx="9737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Hintergrund</a:t>
            </a:r>
            <a:endParaRPr lang="ru-UA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50393F-47EC-E625-4874-8D39D150FEE4}"/>
              </a:ext>
            </a:extLst>
          </p:cNvPr>
          <p:cNvSpPr txBox="1"/>
          <p:nvPr userDrawn="1"/>
        </p:nvSpPr>
        <p:spPr>
          <a:xfrm>
            <a:off x="9352799" y="1814400"/>
            <a:ext cx="8063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AR-Maske</a:t>
            </a:r>
            <a:endParaRPr lang="ru-UA" sz="1100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8086855A-D8D7-BD42-AF2F-8A97FFC29770}"/>
              </a:ext>
            </a:extLst>
          </p:cNvPr>
          <p:cNvSpPr/>
          <p:nvPr userDrawn="1"/>
        </p:nvSpPr>
        <p:spPr>
          <a:xfrm>
            <a:off x="813600" y="2142000"/>
            <a:ext cx="399600" cy="399600"/>
          </a:xfrm>
          <a:prstGeom prst="ellipse">
            <a:avLst/>
          </a:prstGeom>
          <a:solidFill>
            <a:srgbClr val="001319"/>
          </a:solidFill>
          <a:ln w="19050">
            <a:solidFill>
              <a:srgbClr val="C592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A92245-DA62-C83E-E23C-D1794C66E3C4}"/>
              </a:ext>
            </a:extLst>
          </p:cNvPr>
          <p:cNvSpPr txBox="1"/>
          <p:nvPr userDrawn="1"/>
        </p:nvSpPr>
        <p:spPr>
          <a:xfrm>
            <a:off x="846000" y="2142000"/>
            <a:ext cx="169200" cy="34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40" baseline="0" dirty="0">
                <a:solidFill>
                  <a:srgbClr val="C5923B"/>
                </a:solidFill>
                <a:latin typeface="Core Serif N 75 Black" panose="02020504080301010804" pitchFamily="18"/>
              </a:rPr>
              <a:t>1</a:t>
            </a:r>
            <a:endParaRPr lang="ru-UA" sz="2240" baseline="0" dirty="0">
              <a:solidFill>
                <a:srgbClr val="C5923B"/>
              </a:solidFill>
            </a:endParaRPr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68661AB3-F555-E431-2F28-02576FA8132C}"/>
              </a:ext>
            </a:extLst>
          </p:cNvPr>
          <p:cNvSpPr/>
          <p:nvPr userDrawn="1"/>
        </p:nvSpPr>
        <p:spPr>
          <a:xfrm>
            <a:off x="813600" y="3437679"/>
            <a:ext cx="399600" cy="399600"/>
          </a:xfrm>
          <a:prstGeom prst="ellipse">
            <a:avLst/>
          </a:prstGeom>
          <a:solidFill>
            <a:srgbClr val="001319"/>
          </a:solidFill>
          <a:ln w="19050">
            <a:solidFill>
              <a:srgbClr val="C592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BC77BE-6215-0A15-C60D-95D84404C49C}"/>
              </a:ext>
            </a:extLst>
          </p:cNvPr>
          <p:cNvSpPr txBox="1"/>
          <p:nvPr userDrawn="1"/>
        </p:nvSpPr>
        <p:spPr>
          <a:xfrm>
            <a:off x="846000" y="3437679"/>
            <a:ext cx="169200" cy="43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40" baseline="0" dirty="0">
                <a:solidFill>
                  <a:srgbClr val="C5923B"/>
                </a:solidFill>
                <a:latin typeface="Core Serif N 75 Black" panose="02020504080301010804" pitchFamily="18"/>
              </a:rPr>
              <a:t>2</a:t>
            </a:r>
            <a:endParaRPr lang="ru-UA" sz="2240" baseline="0" dirty="0">
              <a:solidFill>
                <a:srgbClr val="C5923B"/>
              </a:solidFill>
            </a:endParaRP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BD5E062B-2C7C-8F41-95D0-443CE9510F32}"/>
              </a:ext>
            </a:extLst>
          </p:cNvPr>
          <p:cNvSpPr/>
          <p:nvPr userDrawn="1"/>
        </p:nvSpPr>
        <p:spPr>
          <a:xfrm>
            <a:off x="813600" y="4733358"/>
            <a:ext cx="399600" cy="399600"/>
          </a:xfrm>
          <a:prstGeom prst="ellipse">
            <a:avLst/>
          </a:prstGeom>
          <a:solidFill>
            <a:srgbClr val="001319"/>
          </a:solidFill>
          <a:ln w="19050">
            <a:solidFill>
              <a:srgbClr val="C592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77EE88-CFCC-1732-A7CF-5D87C5EDE389}"/>
              </a:ext>
            </a:extLst>
          </p:cNvPr>
          <p:cNvSpPr txBox="1"/>
          <p:nvPr userDrawn="1"/>
        </p:nvSpPr>
        <p:spPr>
          <a:xfrm>
            <a:off x="846000" y="4733358"/>
            <a:ext cx="169200" cy="43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40" baseline="0" dirty="0">
                <a:solidFill>
                  <a:srgbClr val="C5923B"/>
                </a:solidFill>
                <a:latin typeface="Core Serif N 75 Black" panose="02020504080301010804" pitchFamily="18"/>
              </a:rPr>
              <a:t>3</a:t>
            </a:r>
            <a:endParaRPr lang="ru-UA" sz="2240" baseline="0" dirty="0">
              <a:solidFill>
                <a:srgbClr val="C592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1900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8_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MG_OUTPUT_CARD_1">
            <a:extLst>
              <a:ext uri="{FF2B5EF4-FFF2-40B4-BE49-F238E27FC236}">
                <a16:creationId xmlns:a16="http://schemas.microsoft.com/office/drawing/2014/main" id="{9B6FB5E0-8DD2-693C-1690-EA0584CEFE0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6800" y="2566800"/>
            <a:ext cx="5079600" cy="3301200"/>
          </a:xfrm>
        </p:spPr>
        <p:txBody>
          <a:bodyPr/>
          <a:lstStyle/>
          <a:p>
            <a:endParaRPr lang="ru-UA"/>
          </a:p>
        </p:txBody>
      </p:sp>
      <p:sp>
        <p:nvSpPr>
          <p:cNvPr id="9" name="IMG_OUTPUT_CARD_2">
            <a:extLst>
              <a:ext uri="{FF2B5EF4-FFF2-40B4-BE49-F238E27FC236}">
                <a16:creationId xmlns:a16="http://schemas.microsoft.com/office/drawing/2014/main" id="{350C5C53-C2FD-908F-9FE6-C5FE02F63F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82800" y="507600"/>
            <a:ext cx="4888800" cy="3175200"/>
          </a:xfrm>
        </p:spPr>
        <p:txBody>
          <a:bodyPr/>
          <a:lstStyle/>
          <a:p>
            <a:endParaRPr lang="ru-UA"/>
          </a:p>
        </p:txBody>
      </p:sp>
      <p:sp>
        <p:nvSpPr>
          <p:cNvPr id="11" name="TXT_THEME_WORLD_NAME_1">
            <a:extLst>
              <a:ext uri="{FF2B5EF4-FFF2-40B4-BE49-F238E27FC236}">
                <a16:creationId xmlns:a16="http://schemas.microsoft.com/office/drawing/2014/main" id="{D100E7EF-E94C-9B50-3AEF-30B2D3D66C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48800" y="4899600"/>
            <a:ext cx="1497600" cy="608400"/>
          </a:xfrm>
        </p:spPr>
        <p:txBody>
          <a:bodyPr/>
          <a:lstStyle>
            <a:lvl1pPr>
              <a:buNone/>
              <a:defRPr sz="1419" baseline="0">
                <a:solidFill>
                  <a:srgbClr val="F2F0EE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uk-UA" dirty="0"/>
              <a:t>Клацніть</a:t>
            </a:r>
          </a:p>
        </p:txBody>
      </p:sp>
      <p:sp>
        <p:nvSpPr>
          <p:cNvPr id="13" name="TXT_THEME_WORLD_NAME_2">
            <a:extLst>
              <a:ext uri="{FF2B5EF4-FFF2-40B4-BE49-F238E27FC236}">
                <a16:creationId xmlns:a16="http://schemas.microsoft.com/office/drawing/2014/main" id="{2162FF77-707C-2AE2-7DB1-385D777184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14000" y="2714400"/>
            <a:ext cx="1497600" cy="608400"/>
          </a:xfrm>
        </p:spPr>
        <p:txBody>
          <a:bodyPr/>
          <a:lstStyle>
            <a:lvl1pPr>
              <a:buNone/>
              <a:defRPr sz="1419" baseline="0">
                <a:solidFill>
                  <a:srgbClr val="F2F0EE"/>
                </a:solidFill>
              </a:defRPr>
            </a:lvl1pPr>
            <a:lvl2pPr>
              <a:buNone/>
              <a:defRPr sz="1419" baseline="0">
                <a:solidFill>
                  <a:srgbClr val="F2F0EE"/>
                </a:solidFill>
              </a:defRPr>
            </a:lvl2pPr>
            <a:lvl3pPr>
              <a:buNone/>
              <a:defRPr sz="1419" baseline="0">
                <a:solidFill>
                  <a:srgbClr val="F2F0EE"/>
                </a:solidFill>
              </a:defRPr>
            </a:lvl3pPr>
            <a:lvl4pPr>
              <a:buNone/>
              <a:defRPr sz="1419" baseline="0">
                <a:solidFill>
                  <a:srgbClr val="F2F0EE"/>
                </a:solidFill>
              </a:defRPr>
            </a:lvl4pPr>
            <a:lvl5pPr>
              <a:buNone/>
              <a:defRPr sz="1419" baseline="0">
                <a:solidFill>
                  <a:srgbClr val="F2F0EE"/>
                </a:solidFill>
              </a:defRPr>
            </a:lvl5pPr>
          </a:lstStyle>
          <a:p>
            <a:pPr lvl="0"/>
            <a:r>
              <a:rPr lang="uk-UA" dirty="0"/>
              <a:t>Клацніть,</a:t>
            </a:r>
          </a:p>
        </p:txBody>
      </p:sp>
    </p:spTree>
    <p:extLst>
      <p:ext uri="{BB962C8B-B14F-4D97-AF65-F5344CB8AC3E}">
        <p14:creationId xmlns:p14="http://schemas.microsoft.com/office/powerpoint/2010/main" val="272385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9_SOCIAL_REA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IMG_INSTAGRAM_MOCKUP">
            <a:extLst>
              <a:ext uri="{FF2B5EF4-FFF2-40B4-BE49-F238E27FC236}">
                <a16:creationId xmlns:a16="http://schemas.microsoft.com/office/drawing/2014/main" id="{40954E10-C4C3-1647-DDBA-E8812157F0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3599" y="1602000"/>
            <a:ext cx="4820400" cy="3618000"/>
          </a:xfrm>
        </p:spPr>
        <p:txBody>
          <a:bodyPr/>
          <a:lstStyle/>
          <a:p>
            <a:endParaRPr lang="ru-UA"/>
          </a:p>
        </p:txBody>
      </p:sp>
      <p:sp>
        <p:nvSpPr>
          <p:cNvPr id="9" name="Headline">
            <a:extLst>
              <a:ext uri="{FF2B5EF4-FFF2-40B4-BE49-F238E27FC236}">
                <a16:creationId xmlns:a16="http://schemas.microsoft.com/office/drawing/2014/main" id="{B6DB5CC5-8991-97C9-24B2-159D3BDA6AC7}"/>
              </a:ext>
            </a:extLst>
          </p:cNvPr>
          <p:cNvSpPr txBox="1"/>
          <p:nvPr userDrawn="1"/>
        </p:nvSpPr>
        <p:spPr>
          <a:xfrm>
            <a:off x="496799" y="360000"/>
            <a:ext cx="491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Organische Reichweite die</a:t>
            </a:r>
            <a:endParaRPr lang="uk-UA" dirty="0"/>
          </a:p>
          <a:p>
            <a:r>
              <a:rPr lang="de-DE" dirty="0"/>
              <a:t>kein Werbebudget kaufen kann.</a:t>
            </a:r>
            <a:endParaRPr lang="ru-UA" dirty="0"/>
          </a:p>
        </p:txBody>
      </p:sp>
      <p:sp>
        <p:nvSpPr>
          <p:cNvPr id="10" name="Stat numbers">
            <a:extLst>
              <a:ext uri="{FF2B5EF4-FFF2-40B4-BE49-F238E27FC236}">
                <a16:creationId xmlns:a16="http://schemas.microsoft.com/office/drawing/2014/main" id="{0152E84B-C2AE-DD23-E6C0-E1A4E5228142}"/>
              </a:ext>
            </a:extLst>
          </p:cNvPr>
          <p:cNvSpPr txBox="1"/>
          <p:nvPr userDrawn="1"/>
        </p:nvSpPr>
        <p:spPr>
          <a:xfrm>
            <a:off x="6836400" y="1133998"/>
            <a:ext cx="1389600" cy="170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UA" dirty="0"/>
              <a:t>90%</a:t>
            </a:r>
            <a:endParaRPr lang="uk-UA" dirty="0"/>
          </a:p>
          <a:p>
            <a:r>
              <a:rPr lang="ru-UA" dirty="0"/>
              <a:t>70%</a:t>
            </a:r>
          </a:p>
        </p:txBody>
      </p:sp>
      <p:sp>
        <p:nvSpPr>
          <p:cNvPr id="11" name="90% label">
            <a:extLst>
              <a:ext uri="{FF2B5EF4-FFF2-40B4-BE49-F238E27FC236}">
                <a16:creationId xmlns:a16="http://schemas.microsoft.com/office/drawing/2014/main" id="{13FEF32B-4B76-15A3-8CF2-51DE08991FDB}"/>
              </a:ext>
            </a:extLst>
          </p:cNvPr>
          <p:cNvSpPr txBox="1"/>
          <p:nvPr userDrawn="1"/>
        </p:nvSpPr>
        <p:spPr>
          <a:xfrm>
            <a:off x="8866799" y="1393200"/>
            <a:ext cx="1566000" cy="606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13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der Besucher hinterlassen freiwillig ihre Kontaktdaten</a:t>
            </a:r>
            <a:endParaRPr lang="ru-UA" sz="1113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</p:txBody>
      </p:sp>
      <p:sp>
        <p:nvSpPr>
          <p:cNvPr id="12" name="70% label">
            <a:extLst>
              <a:ext uri="{FF2B5EF4-FFF2-40B4-BE49-F238E27FC236}">
                <a16:creationId xmlns:a16="http://schemas.microsoft.com/office/drawing/2014/main" id="{9B3F29ED-E6C9-5717-3507-04A799FC2D9D}"/>
              </a:ext>
            </a:extLst>
          </p:cNvPr>
          <p:cNvSpPr txBox="1"/>
          <p:nvPr userDrawn="1"/>
        </p:nvSpPr>
        <p:spPr>
          <a:xfrm>
            <a:off x="8845200" y="2268000"/>
            <a:ext cx="2080800" cy="777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13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teilen ihr Motiv aktiv auf Facebook, Instagram oder TikTok — mit Ihrem Markt als Kontext.</a:t>
            </a:r>
            <a:endParaRPr lang="ru-UA" sz="1113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</p:txBody>
      </p:sp>
      <p:sp>
        <p:nvSpPr>
          <p:cNvPr id="14" name="Bullet 1">
            <a:extLst>
              <a:ext uri="{FF2B5EF4-FFF2-40B4-BE49-F238E27FC236}">
                <a16:creationId xmlns:a16="http://schemas.microsoft.com/office/drawing/2014/main" id="{FBD4CF6E-CBF1-61F6-D34D-5BE68BF261E9}"/>
              </a:ext>
            </a:extLst>
          </p:cNvPr>
          <p:cNvSpPr txBox="1"/>
          <p:nvPr userDrawn="1"/>
        </p:nvSpPr>
        <p:spPr>
          <a:xfrm>
            <a:off x="7660800" y="3117600"/>
            <a:ext cx="1933200" cy="345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13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Ihre Besucher werden zu Markenbotschaftern Ihres Markts.</a:t>
            </a:r>
            <a:endParaRPr lang="ru-UA" sz="1113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</p:txBody>
      </p:sp>
      <p:sp>
        <p:nvSpPr>
          <p:cNvPr id="15" name="Bullet 3">
            <a:extLst>
              <a:ext uri="{FF2B5EF4-FFF2-40B4-BE49-F238E27FC236}">
                <a16:creationId xmlns:a16="http://schemas.microsoft.com/office/drawing/2014/main" id="{C514D626-BB0B-AB08-69DE-165E17EDECF1}"/>
              </a:ext>
            </a:extLst>
          </p:cNvPr>
          <p:cNvSpPr txBox="1"/>
          <p:nvPr userDrawn="1"/>
        </p:nvSpPr>
        <p:spPr>
          <a:xfrm>
            <a:off x="7660800" y="3686400"/>
            <a:ext cx="2264400" cy="43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13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Organischer Content, den kein Werbebudget ersetzen kann.</a:t>
            </a:r>
            <a:endParaRPr lang="ru-UA" sz="1113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</p:txBody>
      </p:sp>
      <p:sp>
        <p:nvSpPr>
          <p:cNvPr id="16" name="Bullet 2">
            <a:extLst>
              <a:ext uri="{FF2B5EF4-FFF2-40B4-BE49-F238E27FC236}">
                <a16:creationId xmlns:a16="http://schemas.microsoft.com/office/drawing/2014/main" id="{0D2360C0-E716-7C7C-7057-8E1AE54D65EB}"/>
              </a:ext>
            </a:extLst>
          </p:cNvPr>
          <p:cNvSpPr txBox="1"/>
          <p:nvPr userDrawn="1"/>
        </p:nvSpPr>
        <p:spPr>
          <a:xfrm>
            <a:off x="7660800" y="4248000"/>
            <a:ext cx="1785600" cy="606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13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Jedes geteilte Motiv trägt Ihren Marktnamen in die sozialen Netzwerke.</a:t>
            </a:r>
            <a:endParaRPr lang="ru-UA" sz="1113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86F38D-32EB-3F34-97DF-A0289561AC92}"/>
              </a:ext>
            </a:extLst>
          </p:cNvPr>
          <p:cNvSpPr txBox="1"/>
          <p:nvPr userDrawn="1"/>
        </p:nvSpPr>
        <p:spPr>
          <a:xfrm>
            <a:off x="7660799" y="5043600"/>
            <a:ext cx="3168000" cy="961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30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Nach der Saison erhalten Sie von uns eine vollständige Auswertung — welche Motive am häufigsten geteilt wurden, welche Masken am besten ankamen, und wie wir das Erlebnis für die nächste Saison gemeinsam weiterentwickeln.</a:t>
            </a:r>
            <a:endParaRPr lang="ru-UA" sz="1130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</p:txBody>
      </p:sp>
      <p:sp>
        <p:nvSpPr>
          <p:cNvPr id="19" name="Прямокутник 18">
            <a:extLst>
              <a:ext uri="{FF2B5EF4-FFF2-40B4-BE49-F238E27FC236}">
                <a16:creationId xmlns:a16="http://schemas.microsoft.com/office/drawing/2014/main" id="{14A34DD9-A31A-53B9-67F1-BE7D2951E149}"/>
              </a:ext>
            </a:extLst>
          </p:cNvPr>
          <p:cNvSpPr/>
          <p:nvPr userDrawn="1"/>
        </p:nvSpPr>
        <p:spPr>
          <a:xfrm>
            <a:off x="7023600" y="3088800"/>
            <a:ext cx="327600" cy="327600"/>
          </a:xfrm>
          <a:prstGeom prst="rect">
            <a:avLst/>
          </a:prstGeom>
          <a:solidFill>
            <a:srgbClr val="001319"/>
          </a:solidFill>
          <a:ln w="19050">
            <a:solidFill>
              <a:srgbClr val="C592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0" name="Прямокутник 19">
            <a:extLst>
              <a:ext uri="{FF2B5EF4-FFF2-40B4-BE49-F238E27FC236}">
                <a16:creationId xmlns:a16="http://schemas.microsoft.com/office/drawing/2014/main" id="{AE6472B1-78B2-51E9-DF35-4441909DA0EA}"/>
              </a:ext>
            </a:extLst>
          </p:cNvPr>
          <p:cNvSpPr/>
          <p:nvPr userDrawn="1"/>
        </p:nvSpPr>
        <p:spPr>
          <a:xfrm>
            <a:off x="7023600" y="3639600"/>
            <a:ext cx="327600" cy="327600"/>
          </a:xfrm>
          <a:prstGeom prst="rect">
            <a:avLst/>
          </a:prstGeom>
          <a:solidFill>
            <a:srgbClr val="001319"/>
          </a:solidFill>
          <a:ln w="19050">
            <a:solidFill>
              <a:srgbClr val="C592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1" name="Прямокутник 20">
            <a:extLst>
              <a:ext uri="{FF2B5EF4-FFF2-40B4-BE49-F238E27FC236}">
                <a16:creationId xmlns:a16="http://schemas.microsoft.com/office/drawing/2014/main" id="{5BDFD734-B7FA-80E7-4DFB-D2B80BF97973}"/>
              </a:ext>
            </a:extLst>
          </p:cNvPr>
          <p:cNvSpPr/>
          <p:nvPr userDrawn="1"/>
        </p:nvSpPr>
        <p:spPr>
          <a:xfrm>
            <a:off x="7023600" y="4190400"/>
            <a:ext cx="327600" cy="327600"/>
          </a:xfrm>
          <a:prstGeom prst="rect">
            <a:avLst/>
          </a:prstGeom>
          <a:solidFill>
            <a:srgbClr val="001319"/>
          </a:solidFill>
          <a:ln w="19050">
            <a:solidFill>
              <a:srgbClr val="C592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825834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10_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97FF0033-A559-B409-BFF7-042C6C90B062}"/>
              </a:ext>
            </a:extLst>
          </p:cNvPr>
          <p:cNvSpPr txBox="1"/>
          <p:nvPr userDrawn="1"/>
        </p:nvSpPr>
        <p:spPr>
          <a:xfrm>
            <a:off x="489600" y="367199"/>
            <a:ext cx="4503600" cy="770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Lassen Sie uns gemeinsam</a:t>
            </a:r>
            <a:endParaRPr lang="uk-UA" dirty="0"/>
          </a:p>
          <a:p>
            <a:r>
              <a:rPr lang="de-DE" dirty="0"/>
              <a:t>Ihre Erlebniswelt entwickeln.</a:t>
            </a:r>
            <a:endParaRPr lang="ru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F9289A-52F8-0727-354A-ECBCD4E3DF91}"/>
              </a:ext>
            </a:extLst>
          </p:cNvPr>
          <p:cNvSpPr txBox="1"/>
          <p:nvPr userDrawn="1"/>
        </p:nvSpPr>
        <p:spPr>
          <a:xfrm>
            <a:off x="507600" y="1443600"/>
            <a:ext cx="4032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Interesse geweckt?</a:t>
            </a:r>
            <a:endParaRPr lang="uk-UA" sz="1100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  <a:p>
            <a:r>
              <a:rPr lang="de-DE" sz="1100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Gerne besprechen wir in einem persönlichen Gespräch, welche Erlebniswelten, KI-/AR-Szenarien und Vermarktungsmöglichkeiten </a:t>
            </a:r>
            <a:r>
              <a:rPr lang="de-DE" sz="1100" baseline="0" dirty="0" err="1">
                <a:solidFill>
                  <a:srgbClr val="231F20"/>
                </a:solidFill>
                <a:latin typeface="Myriad Pro" panose="020B0503030403020204" pitchFamily="34" charset="0"/>
              </a:rPr>
              <a:t>zuIhrem</a:t>
            </a:r>
            <a:r>
              <a:rPr lang="de-DE" sz="1100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 Standort passen.</a:t>
            </a:r>
            <a:endParaRPr lang="uk-UA" sz="1100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  <a:p>
            <a:endParaRPr lang="uk-UA" sz="1100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  <a:p>
            <a:r>
              <a:rPr lang="de-DE" sz="1100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Wir freuen uns darauf, Ihre Ideen kennenzulernen </a:t>
            </a:r>
            <a:r>
              <a:rPr lang="de-DE" sz="1100" baseline="0">
                <a:solidFill>
                  <a:srgbClr val="231F20"/>
                </a:solidFill>
                <a:latin typeface="Myriad Pro" panose="020B0503030403020204" pitchFamily="34" charset="0"/>
              </a:rPr>
              <a:t>und gemeinsam Möglichkeiten </a:t>
            </a:r>
            <a:r>
              <a:rPr lang="de-DE" sz="1100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für eine erfolgreiche Umsetzung zu entwickeln.</a:t>
            </a:r>
            <a:endParaRPr lang="ru-UA" sz="1100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A20F8B-5C87-F691-A08B-6F90EE0C4649}"/>
              </a:ext>
            </a:extLst>
          </p:cNvPr>
          <p:cNvSpPr txBox="1"/>
          <p:nvPr userDrawn="1"/>
        </p:nvSpPr>
        <p:spPr>
          <a:xfrm>
            <a:off x="1400400" y="3139200"/>
            <a:ext cx="1789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+mj-lt"/>
              </a:rPr>
              <a:t>cosmoproducts</a:t>
            </a:r>
            <a:r>
              <a:rPr lang="en-US" sz="1600" dirty="0">
                <a:latin typeface="+mj-lt"/>
              </a:rPr>
              <a:t> </a:t>
            </a:r>
            <a:r>
              <a:rPr lang="en-US" sz="1400" dirty="0">
                <a:latin typeface="+mj-lt"/>
              </a:rPr>
              <a:t>GmbH</a:t>
            </a:r>
            <a:endParaRPr lang="uk-UA" sz="1400" dirty="0">
              <a:latin typeface="+mj-lt"/>
            </a:endParaRPr>
          </a:p>
          <a:p>
            <a:r>
              <a:rPr lang="en-US" sz="1400" b="0" dirty="0">
                <a:latin typeface="+mn-lt"/>
              </a:rPr>
              <a:t>Martin Baack</a:t>
            </a:r>
            <a:endParaRPr lang="ru-UA" sz="1400" b="0" dirty="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8215D5-EA06-D10C-87CD-D89EE1FD506B}"/>
              </a:ext>
            </a:extLst>
          </p:cNvPr>
          <p:cNvSpPr txBox="1"/>
          <p:nvPr userDrawn="1"/>
        </p:nvSpPr>
        <p:spPr>
          <a:xfrm>
            <a:off x="1400400" y="3783599"/>
            <a:ext cx="20835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Bruno-</a:t>
            </a:r>
            <a:r>
              <a:rPr lang="en-US" sz="1400" dirty="0" err="1"/>
              <a:t>Bürgel</a:t>
            </a:r>
            <a:r>
              <a:rPr lang="en-US" sz="1400" dirty="0"/>
              <a:t>-Weg 69–81</a:t>
            </a:r>
          </a:p>
          <a:p>
            <a:r>
              <a:rPr lang="en-US" sz="1400" dirty="0"/>
              <a:t>Haus 6</a:t>
            </a:r>
          </a:p>
          <a:p>
            <a:r>
              <a:rPr lang="en-US" sz="1400" dirty="0"/>
              <a:t>12439 Berlin</a:t>
            </a:r>
            <a:endParaRPr lang="ru-UA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4E197C-9DEB-CC43-50FE-0405D998DEC7}"/>
              </a:ext>
            </a:extLst>
          </p:cNvPr>
          <p:cNvSpPr txBox="1"/>
          <p:nvPr userDrawn="1"/>
        </p:nvSpPr>
        <p:spPr>
          <a:xfrm>
            <a:off x="1400400" y="4654800"/>
            <a:ext cx="2556000" cy="21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400" dirty="0"/>
              <a:t>Telefon: +49 (0)30 – 26 36 71 70</a:t>
            </a:r>
            <a:endParaRPr lang="ru-UA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7FF2DA-CFBF-634B-9379-860227E5C3AB}"/>
              </a:ext>
            </a:extLst>
          </p:cNvPr>
          <p:cNvSpPr txBox="1"/>
          <p:nvPr userDrawn="1"/>
        </p:nvSpPr>
        <p:spPr>
          <a:xfrm>
            <a:off x="1400400" y="5090400"/>
            <a:ext cx="3204000" cy="219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E-Mail: martinbaack@cosmoproducts.de</a:t>
            </a:r>
            <a:endParaRPr lang="ru-UA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5E954C-3CAD-CED7-575A-4F6765CCD87A}"/>
              </a:ext>
            </a:extLst>
          </p:cNvPr>
          <p:cNvSpPr txBox="1"/>
          <p:nvPr userDrawn="1"/>
        </p:nvSpPr>
        <p:spPr>
          <a:xfrm>
            <a:off x="1400400" y="5526000"/>
            <a:ext cx="2520000" cy="219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Web.: www.cosmoproducts.de</a:t>
            </a:r>
            <a:endParaRPr lang="ru-UA" sz="1400" dirty="0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D113FF6D-F5DE-F96B-29E6-5F7E1ABBAAAD}"/>
              </a:ext>
            </a:extLst>
          </p:cNvPr>
          <p:cNvSpPr/>
          <p:nvPr userDrawn="1"/>
        </p:nvSpPr>
        <p:spPr>
          <a:xfrm>
            <a:off x="525600" y="3121200"/>
            <a:ext cx="399600" cy="399600"/>
          </a:xfrm>
          <a:prstGeom prst="ellipse">
            <a:avLst/>
          </a:prstGeom>
          <a:solidFill>
            <a:srgbClr val="001319"/>
          </a:solidFill>
          <a:ln w="19050">
            <a:solidFill>
              <a:srgbClr val="C592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38D3F46E-3C4A-1ACA-C1D1-2020286F1CA8}"/>
              </a:ext>
            </a:extLst>
          </p:cNvPr>
          <p:cNvSpPr/>
          <p:nvPr userDrawn="1"/>
        </p:nvSpPr>
        <p:spPr>
          <a:xfrm>
            <a:off x="525600" y="3726000"/>
            <a:ext cx="399600" cy="399600"/>
          </a:xfrm>
          <a:prstGeom prst="ellipse">
            <a:avLst/>
          </a:prstGeom>
          <a:solidFill>
            <a:srgbClr val="001319"/>
          </a:solidFill>
          <a:ln w="19050">
            <a:solidFill>
              <a:srgbClr val="C592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BDE3D64A-A5D0-8890-18A5-FAFB68D03BAA}"/>
              </a:ext>
            </a:extLst>
          </p:cNvPr>
          <p:cNvSpPr/>
          <p:nvPr userDrawn="1"/>
        </p:nvSpPr>
        <p:spPr>
          <a:xfrm>
            <a:off x="525600" y="4449600"/>
            <a:ext cx="399600" cy="399600"/>
          </a:xfrm>
          <a:prstGeom prst="ellipse">
            <a:avLst/>
          </a:prstGeom>
          <a:solidFill>
            <a:srgbClr val="001319"/>
          </a:solidFill>
          <a:ln w="19050">
            <a:solidFill>
              <a:srgbClr val="C592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1F148715-139A-2AE0-EC01-43601FF166EE}"/>
              </a:ext>
            </a:extLst>
          </p:cNvPr>
          <p:cNvSpPr/>
          <p:nvPr userDrawn="1"/>
        </p:nvSpPr>
        <p:spPr>
          <a:xfrm>
            <a:off x="525600" y="4906800"/>
            <a:ext cx="399600" cy="399600"/>
          </a:xfrm>
          <a:prstGeom prst="ellipse">
            <a:avLst/>
          </a:prstGeom>
          <a:solidFill>
            <a:srgbClr val="001319"/>
          </a:solidFill>
          <a:ln w="19050">
            <a:solidFill>
              <a:srgbClr val="C592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B2C0C1BD-5AE1-5E1A-D226-D2642E4DAC85}"/>
              </a:ext>
            </a:extLst>
          </p:cNvPr>
          <p:cNvSpPr/>
          <p:nvPr userDrawn="1"/>
        </p:nvSpPr>
        <p:spPr>
          <a:xfrm>
            <a:off x="525600" y="5364000"/>
            <a:ext cx="399600" cy="399600"/>
          </a:xfrm>
          <a:prstGeom prst="ellipse">
            <a:avLst/>
          </a:prstGeom>
          <a:solidFill>
            <a:srgbClr val="001319"/>
          </a:solidFill>
          <a:ln w="19050">
            <a:solidFill>
              <a:srgbClr val="C592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3" name="IMG_LANDMARK_PHOTO">
            <a:extLst>
              <a:ext uri="{FF2B5EF4-FFF2-40B4-BE49-F238E27FC236}">
                <a16:creationId xmlns:a16="http://schemas.microsoft.com/office/drawing/2014/main" id="{C4395EEA-CD97-5724-1910-28446B50A3A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50000" y="460799"/>
            <a:ext cx="3711600" cy="5439600"/>
          </a:xfrm>
        </p:spPr>
        <p:txBody>
          <a:bodyPr/>
          <a:lstStyle/>
          <a:p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7065299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4F10AE61-2D0E-0559-A037-CC106E1A9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UA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40D6260-0B6D-2302-76A4-777E3A119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UA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4A6DF27-3F0A-650A-612F-6DBB0CA898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6DFF1-F6F8-444D-B677-7690BD10E8E8}" type="datetimeFigureOut">
              <a:rPr lang="ru-UA" smtClean="0"/>
              <a:t>27.08.2026</a:t>
            </a:fld>
            <a:endParaRPr lang="ru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977822A-C09C-5B8A-4043-4AEB3EE324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75DA962-FE13-FF2E-A312-6C484DB8CC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D6BF7-A8D0-4F37-A8A0-1BFC23D768EB}" type="slidenum">
              <a:rPr lang="ru-UA" smtClean="0"/>
              <a:t>‹№›</a:t>
            </a:fld>
            <a:endParaRPr lang="ru-UA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2E1F912-7A95-8CEA-E30F-19D1EDA7F8E3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9685" y="6128628"/>
            <a:ext cx="2474422" cy="72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949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4" r:id="rId3"/>
    <p:sldLayoutId id="2147483667" r:id="rId4"/>
    <p:sldLayoutId id="2147483649" r:id="rId5"/>
    <p:sldLayoutId id="2147483665" r:id="rId6"/>
    <p:sldLayoutId id="2147483666" r:id="rId7"/>
    <p:sldLayoutId id="2147483663" r:id="rId8"/>
    <p:sldLayoutId id="2147483662" r:id="rId9"/>
    <p:sldLayoutId id="214748366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Тема Office">
  <a:themeElements>
    <a:clrScheme name="Cosmocard">
      <a:dk1>
        <a:srgbClr val="231F20"/>
      </a:dk1>
      <a:lt1>
        <a:srgbClr val="F2EAE0"/>
      </a:lt1>
      <a:dk2>
        <a:srgbClr val="44546A"/>
      </a:dk2>
      <a:lt2>
        <a:srgbClr val="E7E6E6"/>
      </a:lt2>
      <a:accent1>
        <a:srgbClr val="C5923B"/>
      </a:accent1>
      <a:accent2>
        <a:srgbClr val="FCB657"/>
      </a:accent2>
      <a:accent3>
        <a:srgbClr val="0D1216"/>
      </a:accent3>
      <a:accent4>
        <a:srgbClr val="001319"/>
      </a:accent4>
      <a:accent5>
        <a:srgbClr val="EFE7DE"/>
      </a:accent5>
      <a:accent6>
        <a:srgbClr val="F2F0EE"/>
      </a:accent6>
      <a:hlink>
        <a:srgbClr val="0563C1"/>
      </a:hlink>
      <a:folHlink>
        <a:srgbClr val="954F72"/>
      </a:folHlink>
    </a:clrScheme>
    <a:fontScheme name="Cosmocard">
      <a:majorFont>
        <a:latin typeface="Helvetica Neue"/>
        <a:ea typeface=""/>
        <a:cs typeface=""/>
      </a:majorFont>
      <a:minorFont>
        <a:latin typeface="Myriad Pro"/>
        <a:ea typeface=""/>
        <a:cs typeface="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0</Words>
  <Application>Microsoft Office PowerPoint</Application>
  <PresentationFormat>Широкий екран</PresentationFormat>
  <Paragraphs>0</Paragraphs>
  <Slides>0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0</vt:i4>
      </vt:variant>
    </vt:vector>
  </HeadingPairs>
  <TitlesOfParts>
    <vt:vector size="8" baseType="lpstr">
      <vt:lpstr>Arial</vt:lpstr>
      <vt:lpstr>Calibri</vt:lpstr>
      <vt:lpstr>Core Serif N 75 Black</vt:lpstr>
      <vt:lpstr>Helvetica</vt:lpstr>
      <vt:lpstr>Helvetica Neue</vt:lpstr>
      <vt:lpstr>Myriad Pro</vt:lpstr>
      <vt:lpstr>MyriadPro-Regular</vt:lpstr>
      <vt:lpstr>Тема 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Наталія Матковська</dc:creator>
  <cp:lastModifiedBy>Наталія Матковська</cp:lastModifiedBy>
  <cp:revision>21</cp:revision>
  <dcterms:created xsi:type="dcterms:W3CDTF">2026-08-20T11:49:18Z</dcterms:created>
  <dcterms:modified xsi:type="dcterms:W3CDTF">2026-08-27T09:46:31Z</dcterms:modified>
</cp:coreProperties>
</file>